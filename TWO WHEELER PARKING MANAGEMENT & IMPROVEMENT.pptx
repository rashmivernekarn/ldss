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277" r:id="rId4"/>
    <p:sldId id="257" r:id="rId5"/>
    <p:sldId id="258" r:id="rId6"/>
    <p:sldId id="259" r:id="rId7"/>
    <p:sldId id="260" r:id="rId8"/>
    <p:sldId id="282" r:id="rId9"/>
    <p:sldId id="280" r:id="rId10"/>
    <p:sldId id="281" r:id="rId11"/>
    <p:sldId id="261" r:id="rId12"/>
    <p:sldId id="264" r:id="rId13"/>
    <p:sldId id="272" r:id="rId14"/>
    <p:sldId id="283" r:id="rId15"/>
    <p:sldId id="284" r:id="rId16"/>
    <p:sldId id="279" r:id="rId17"/>
  </p:sldIdLst>
  <p:sldSz cx="12192000" cy="6858000"/>
  <p:notesSz cx="6858000" cy="9144000"/>
  <p:photoAlbum layout="2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03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794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08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36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690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45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28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37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254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913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44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9BA63-6147-4D10-A90D-D234894EBC08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86065-C34F-4185-8B73-13C74B1B61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241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6.jpeg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2052" y="3136693"/>
            <a:ext cx="9144000" cy="2387600"/>
          </a:xfrm>
        </p:spPr>
        <p:txBody>
          <a:bodyPr>
            <a:noAutofit/>
          </a:bodyPr>
          <a:lstStyle/>
          <a:p>
            <a:r>
              <a:rPr lang="en-GB" sz="4800" dirty="0" smtClean="0">
                <a:solidFill>
                  <a:srgbClr val="002060"/>
                </a:solidFill>
              </a:rPr>
              <a:t>TWO WHEELER PARKING MANAGEMENT &amp; IMPROVEMENT</a:t>
            </a:r>
            <a:br>
              <a:rPr lang="en-GB" sz="4800" dirty="0" smtClean="0">
                <a:solidFill>
                  <a:srgbClr val="002060"/>
                </a:solidFill>
              </a:rPr>
            </a:br>
            <a:r>
              <a:rPr lang="en-GB" sz="4800" dirty="0" err="1" smtClean="0">
                <a:solidFill>
                  <a:srgbClr val="002060"/>
                </a:solidFill>
              </a:rPr>
              <a:t>Hubli</a:t>
            </a:r>
            <a:r>
              <a:rPr lang="en-GB" sz="4800" dirty="0" smtClean="0">
                <a:solidFill>
                  <a:srgbClr val="002060"/>
                </a:solidFill>
              </a:rPr>
              <a:t> IT Park</a:t>
            </a:r>
            <a:br>
              <a:rPr lang="en-GB" sz="4800" dirty="0" smtClean="0">
                <a:solidFill>
                  <a:srgbClr val="002060"/>
                </a:solidFill>
              </a:rPr>
            </a:br>
            <a:r>
              <a:rPr lang="en-GB" sz="4800" dirty="0" smtClean="0">
                <a:solidFill>
                  <a:srgbClr val="002060"/>
                </a:solidFill>
              </a:rPr>
              <a:t/>
            </a:r>
            <a:br>
              <a:rPr lang="en-GB" sz="4800" dirty="0" smtClean="0">
                <a:solidFill>
                  <a:srgbClr val="002060"/>
                </a:solidFill>
              </a:rPr>
            </a:br>
            <a:r>
              <a:rPr lang="en-GB" sz="4800" dirty="0" smtClean="0">
                <a:solidFill>
                  <a:srgbClr val="002060"/>
                </a:solidFill>
              </a:rPr>
              <a:t>Systematic Parking Arrangement for Better Discipline and Space Utilization</a:t>
            </a:r>
            <a:endParaRPr lang="en-GB" sz="4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8909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3583"/>
            <a:ext cx="10515600" cy="5673380"/>
          </a:xfrm>
        </p:spPr>
        <p:txBody>
          <a:bodyPr>
            <a:normAutofit/>
          </a:bodyPr>
          <a:lstStyle/>
          <a:p>
            <a:r>
              <a:rPr lang="en-GB" sz="3200" dirty="0" smtClean="0">
                <a:solidFill>
                  <a:srgbClr val="002060"/>
                </a:solidFill>
              </a:rPr>
              <a:t>PROBLEM IDENTIFIED: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Unorganized Two Wheeler Parking in IT Park</a:t>
            </a:r>
          </a:p>
          <a:p>
            <a:endParaRPr lang="en-GB" sz="3200" dirty="0" smtClean="0">
              <a:solidFill>
                <a:srgbClr val="002060"/>
              </a:solidFill>
            </a:endParaRPr>
          </a:p>
          <a:p>
            <a:r>
              <a:rPr lang="en-GB" sz="3200" dirty="0" smtClean="0">
                <a:solidFill>
                  <a:srgbClr val="002060"/>
                </a:solidFill>
              </a:rPr>
              <a:t>- Vehicles were parked haphazardly anywhere and anyhow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- No proper parking lines / marking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- Huge difficulty for Security Team to manage parking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- Caused congestion and untidy appearance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5836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469" y="1229277"/>
            <a:ext cx="10515600" cy="4351338"/>
          </a:xfrm>
        </p:spPr>
        <p:txBody>
          <a:bodyPr>
            <a:normAutofit/>
          </a:bodyPr>
          <a:lstStyle/>
          <a:p>
            <a:r>
              <a:rPr lang="en-GB" sz="3200" dirty="0" smtClean="0">
                <a:solidFill>
                  <a:srgbClr val="002060"/>
                </a:solidFill>
              </a:rPr>
              <a:t>SOLUTION &amp; ACTION TAKEN:</a:t>
            </a:r>
          </a:p>
          <a:p>
            <a:endParaRPr lang="en-GB" sz="3200" dirty="0" smtClean="0">
              <a:solidFill>
                <a:srgbClr val="002060"/>
              </a:solidFill>
            </a:endParaRPr>
          </a:p>
          <a:p>
            <a:r>
              <a:rPr lang="en-GB" sz="3200" dirty="0" smtClean="0">
                <a:solidFill>
                  <a:srgbClr val="002060"/>
                </a:solidFill>
              </a:rPr>
              <a:t>The issue was brought to the notice of Manager Vijay </a:t>
            </a:r>
            <a:r>
              <a:rPr lang="en-GB" sz="3200" dirty="0" err="1" smtClean="0">
                <a:solidFill>
                  <a:srgbClr val="002060"/>
                </a:solidFill>
              </a:rPr>
              <a:t>Dev</a:t>
            </a:r>
            <a:r>
              <a:rPr lang="en-GB" sz="3200" dirty="0" smtClean="0">
                <a:solidFill>
                  <a:srgbClr val="002060"/>
                </a:solidFill>
              </a:rPr>
              <a:t> Sir, 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 On his support, paint was provided.</a:t>
            </a:r>
          </a:p>
          <a:p>
            <a:endParaRPr lang="en-GB" sz="3200" dirty="0" smtClean="0">
              <a:solidFill>
                <a:srgbClr val="002060"/>
              </a:solidFill>
            </a:endParaRPr>
          </a:p>
          <a:p>
            <a:r>
              <a:rPr lang="en-GB" sz="3200" dirty="0" smtClean="0">
                <a:solidFill>
                  <a:srgbClr val="002060"/>
                </a:solidFill>
              </a:rPr>
              <a:t>Security staff painted the parking lines and reorganized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the entire two wheeler parking area.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420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4-30 at 7.12.25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04-30 at 7.12.25 PM (3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423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4-30 at 7.12.25 PM (4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04-30 at 7.12.25 PM (5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40645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4-30 at 7.12.25 PM (6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04-30 at 7.12.25 PM (7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15458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4-30 at 7.12.25 PM (8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04-30 at 7.12.25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86857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5130"/>
            <a:ext cx="10515600" cy="4823792"/>
          </a:xfrm>
        </p:spPr>
        <p:txBody>
          <a:bodyPr>
            <a:noAutofit/>
          </a:bodyPr>
          <a:lstStyle/>
          <a:p>
            <a:r>
              <a:rPr lang="en-GB" sz="3200" dirty="0" smtClean="0">
                <a:solidFill>
                  <a:srgbClr val="002060"/>
                </a:solidFill>
              </a:rPr>
              <a:t>FINAL OUTCOME - PROBLEM SOLVED</a:t>
            </a:r>
          </a:p>
          <a:p>
            <a:endParaRPr lang="en-GB" sz="3200" dirty="0" smtClean="0">
              <a:solidFill>
                <a:srgbClr val="002060"/>
              </a:solidFill>
            </a:endParaRPr>
          </a:p>
          <a:p>
            <a:r>
              <a:rPr lang="en-GB" sz="3200" dirty="0" smtClean="0">
                <a:solidFill>
                  <a:srgbClr val="002060"/>
                </a:solidFill>
              </a:rPr>
              <a:t>Now all two wheelers are parked systematically 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in line as per marking. The parking area looks 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neat, beautiful and well-organized. 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No parking issues now.</a:t>
            </a:r>
          </a:p>
          <a:p>
            <a:endParaRPr lang="en-GB" sz="3200" dirty="0" smtClean="0">
              <a:solidFill>
                <a:srgbClr val="002060"/>
              </a:solidFill>
            </a:endParaRPr>
          </a:p>
          <a:p>
            <a:r>
              <a:rPr lang="en-GB" sz="3200" dirty="0" smtClean="0">
                <a:solidFill>
                  <a:srgbClr val="002060"/>
                </a:solidFill>
              </a:rPr>
              <a:t>Maintained by Security Team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434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06626" y="3659683"/>
            <a:ext cx="5548690" cy="259534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278928" y="3659683"/>
            <a:ext cx="5548690" cy="259534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6205991" y="620393"/>
            <a:ext cx="5548690" cy="259534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78928" y="617853"/>
            <a:ext cx="5548690" cy="2600765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Text Box 64"/>
          <p:cNvSpPr txBox="1"/>
          <p:nvPr/>
        </p:nvSpPr>
        <p:spPr>
          <a:xfrm>
            <a:off x="5328465" y="0"/>
            <a:ext cx="1376680" cy="649605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ln w="11113" cap="flat" cmpd="sng" algn="ctr">
                  <a:solidFill>
                    <a:srgbClr val="ED7D31"/>
                  </a:solidFill>
                  <a:prstDash val="solid"/>
                  <a:round/>
                </a:ln>
                <a:solidFill>
                  <a:srgbClr val="F7CAA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884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35444" y="3794323"/>
            <a:ext cx="5153662" cy="295278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56538" y="3794093"/>
            <a:ext cx="5153662" cy="295896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Text Box 66"/>
          <p:cNvSpPr txBox="1"/>
          <p:nvPr/>
        </p:nvSpPr>
        <p:spPr>
          <a:xfrm>
            <a:off x="5384482" y="3140128"/>
            <a:ext cx="1376680" cy="649605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ln w="11113" cap="flat" cmpd="sng" algn="ctr">
                  <a:solidFill>
                    <a:srgbClr val="ED7D31"/>
                  </a:solidFill>
                  <a:prstDash val="solid"/>
                  <a:round/>
                </a:ln>
                <a:solidFill>
                  <a:srgbClr val="F7CAA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35444" y="275330"/>
            <a:ext cx="5153662" cy="286479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356538" y="275330"/>
            <a:ext cx="5153662" cy="2864798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578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02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69" y="178905"/>
            <a:ext cx="5257800" cy="2630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03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278" y="178905"/>
            <a:ext cx="5257800" cy="2630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03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1" y="3008244"/>
            <a:ext cx="5249517" cy="2696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03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279" y="3008244"/>
            <a:ext cx="5257800" cy="26968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77720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04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13" y="457200"/>
            <a:ext cx="5098774" cy="244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05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313" y="457200"/>
            <a:ext cx="5098774" cy="244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05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13" y="3352800"/>
            <a:ext cx="5098774" cy="2378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05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313" y="3352800"/>
            <a:ext cx="5098774" cy="23787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65260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2.08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63" y="503583"/>
            <a:ext cx="4457700" cy="214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2.08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363" y="503583"/>
            <a:ext cx="4457700" cy="214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11.22.10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63" y="3233530"/>
            <a:ext cx="4457700" cy="2484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1.22.10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363" y="3233530"/>
            <a:ext cx="4457700" cy="2484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1.22.08 PM (2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83" y="503583"/>
            <a:ext cx="5045766" cy="2516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4 at 11.22.08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583" y="503583"/>
            <a:ext cx="5045766" cy="2516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11.22.10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83" y="3203209"/>
            <a:ext cx="5045766" cy="292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4 at 11.22.10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583" y="3203209"/>
            <a:ext cx="5045766" cy="29221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3806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88" y="3904590"/>
            <a:ext cx="5578018" cy="28028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791" y="196160"/>
            <a:ext cx="5450870" cy="29181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791" y="3904590"/>
            <a:ext cx="5450870" cy="28028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84" y="196160"/>
            <a:ext cx="5541422" cy="2918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90318" y="3247816"/>
            <a:ext cx="3052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rgbClr val="002060"/>
                </a:solidFill>
              </a:rPr>
              <a:t>CAR PARKING</a:t>
            </a:r>
            <a:endParaRPr lang="en-GB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93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169" y="75296"/>
            <a:ext cx="3330521" cy="6761922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414169" cy="2915480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689" y="2915480"/>
            <a:ext cx="4402754" cy="3904282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690" y="0"/>
            <a:ext cx="4402753" cy="2898024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15480"/>
            <a:ext cx="4414168" cy="3904282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92814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983" y="2405959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THANK YOU FOR WATCHING 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6158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133</Words>
  <Application>Microsoft Office PowerPoint</Application>
  <PresentationFormat>Widescreen</PresentationFormat>
  <Paragraphs>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TWO WHEELER PARKING MANAGEMENT &amp; IMPROVEMENT Hubli IT Park  Systematic Parking Arrangement for Better Discipline and Space Utilization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WATCHING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WHEELER PARKING MANAGEMENT &amp; IMPROVEMENT Hubli IT Park  Systematic Parking Arrangement for Better Discipline and Space Utilization</dc:title>
  <dc:creator>itp</dc:creator>
  <cp:lastModifiedBy>itp</cp:lastModifiedBy>
  <cp:revision>5</cp:revision>
  <dcterms:created xsi:type="dcterms:W3CDTF">2026-10-05T12:41:21Z</dcterms:created>
  <dcterms:modified xsi:type="dcterms:W3CDTF">2026-10-06T04:51:25Z</dcterms:modified>
</cp:coreProperties>
</file>
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1" r:id="rId3"/>
    <p:sldId id="274" r:id="rId4"/>
    <p:sldId id="276" r:id="rId5"/>
    <p:sldId id="277" r:id="rId6"/>
    <p:sldId id="278" r:id="rId7"/>
    <p:sldId id="279" r:id="rId8"/>
    <p:sldId id="280" r:id="rId9"/>
    <p:sldId id="282" r:id="rId10"/>
    <p:sldId id="273" r:id="rId11"/>
  </p:sldIdLst>
  <p:sldSz cx="12192000" cy="6858000"/>
  <p:notesSz cx="6858000" cy="9144000"/>
  <p:photoAlbum layout="4pic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C80CF-F37A-4860-A27D-138DC876340A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507-2C93-48BF-A38E-7EAC981BFE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443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C80CF-F37A-4860-A27D-138DC876340A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507-2C93-48BF-A38E-7EAC981BFE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934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C80CF-F37A-4860-A27D-138DC876340A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507-2C93-48BF-A38E-7EAC981BFE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250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C80CF-F37A-4860-A27D-138DC876340A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507-2C93-48BF-A38E-7EAC981BFE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253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C80CF-F37A-4860-A27D-138DC876340A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507-2C93-48BF-A38E-7EAC981BFE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3290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C80CF-F37A-4860-A27D-138DC876340A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507-2C93-48BF-A38E-7EAC981BFE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9361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C80CF-F37A-4860-A27D-138DC876340A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507-2C93-48BF-A38E-7EAC981BFE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8275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C80CF-F37A-4860-A27D-138DC876340A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507-2C93-48BF-A38E-7EAC981BFE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8907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C80CF-F37A-4860-A27D-138DC876340A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507-2C93-48BF-A38E-7EAC981BFE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861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C80CF-F37A-4860-A27D-138DC876340A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507-2C93-48BF-A38E-7EAC981BFE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8081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C80CF-F37A-4860-A27D-138DC876340A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507-2C93-48BF-A38E-7EAC981BFE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4754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5C80CF-F37A-4860-A27D-138DC876340A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54F507-2C93-48BF-A38E-7EAC981BFE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8546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e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>
                <a:solidFill>
                  <a:srgbClr val="002060"/>
                </a:solidFill>
              </a:rPr>
              <a:t>FROM GARBAGE DUMP TO GREEN ENTRANCE: Clean &amp; Neat 1st Gate Developed</a:t>
            </a:r>
            <a:endParaRPr lang="en-GB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2777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330" y="689113"/>
            <a:ext cx="11343861" cy="548640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002060"/>
                </a:solidFill>
              </a:rPr>
              <a:t>FROM GARBAGE DUMP TO GREEN ENTRANCE: Clean &amp; Neat 1st Gate Developed</a:t>
            </a:r>
            <a:endParaRPr lang="en-GB" b="1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002060"/>
                </a:solidFill>
              </a:rPr>
              <a:t>BEFORE</a:t>
            </a:r>
            <a:r>
              <a:rPr lang="en-GB" b="1" dirty="0" smtClean="0">
                <a:solidFill>
                  <a:srgbClr val="002060"/>
                </a:solidFill>
              </a:rPr>
              <a:t>:</a:t>
            </a:r>
          </a:p>
          <a:p>
            <a:pPr marL="0" indent="0">
              <a:buNone/>
            </a:pPr>
            <a:r>
              <a:rPr lang="en-GB" dirty="0" smtClean="0">
                <a:solidFill>
                  <a:srgbClr val="002060"/>
                </a:solidFill>
              </a:rPr>
              <a:t>• </a:t>
            </a:r>
            <a:r>
              <a:rPr lang="en-GB" dirty="0">
                <a:solidFill>
                  <a:srgbClr val="002060"/>
                </a:solidFill>
              </a:rPr>
              <a:t>Just inside the 1st Gate, front side area was full of </a:t>
            </a:r>
            <a:r>
              <a:rPr lang="en-GB" dirty="0" smtClean="0">
                <a:solidFill>
                  <a:srgbClr val="002060"/>
                </a:solidFill>
              </a:rPr>
              <a:t>garbage</a:t>
            </a:r>
          </a:p>
          <a:p>
            <a:pPr marL="0" indent="0">
              <a:buNone/>
            </a:pPr>
            <a:r>
              <a:rPr lang="en-GB" dirty="0" smtClean="0">
                <a:solidFill>
                  <a:srgbClr val="002060"/>
                </a:solidFill>
              </a:rPr>
              <a:t>• </a:t>
            </a:r>
            <a:r>
              <a:rPr lang="en-GB" dirty="0">
                <a:solidFill>
                  <a:srgbClr val="002060"/>
                </a:solidFill>
              </a:rPr>
              <a:t>Everyone was throwing waste there, entrance looked very dirty and ugly</a:t>
            </a:r>
            <a:r>
              <a:rPr lang="en-GB" dirty="0" smtClean="0">
                <a:solidFill>
                  <a:srgbClr val="002060"/>
                </a:solidFill>
              </a:rPr>
              <a:t>.</a:t>
            </a:r>
          </a:p>
          <a:p>
            <a:pPr marL="0" indent="0">
              <a:buNone/>
            </a:pPr>
            <a:r>
              <a:rPr lang="en-GB" dirty="0" smtClean="0">
                <a:solidFill>
                  <a:srgbClr val="002060"/>
                </a:solidFill>
              </a:rPr>
              <a:t>• </a:t>
            </a:r>
            <a:r>
              <a:rPr lang="en-GB" dirty="0">
                <a:solidFill>
                  <a:srgbClr val="002060"/>
                </a:solidFill>
              </a:rPr>
              <a:t>Syntax water was continuously leaking and flowing wastefully</a:t>
            </a:r>
            <a:r>
              <a:rPr lang="en-GB" dirty="0" smtClean="0">
                <a:solidFill>
                  <a:srgbClr val="002060"/>
                </a:solidFill>
              </a:rPr>
              <a:t>.</a:t>
            </a:r>
          </a:p>
          <a:p>
            <a:pPr marL="0" indent="0">
              <a:buNone/>
            </a:pPr>
            <a:r>
              <a:rPr lang="en-GB" b="1" dirty="0" smtClean="0">
                <a:solidFill>
                  <a:srgbClr val="002060"/>
                </a:solidFill>
              </a:rPr>
              <a:t>AFTER </a:t>
            </a:r>
            <a:r>
              <a:rPr lang="en-GB" b="1" dirty="0">
                <a:solidFill>
                  <a:srgbClr val="002060"/>
                </a:solidFill>
              </a:rPr>
              <a:t>- DEVELOPMENT BY SECURITY TEAM</a:t>
            </a:r>
            <a:r>
              <a:rPr lang="en-GB" b="1" dirty="0" smtClean="0">
                <a:solidFill>
                  <a:srgbClr val="002060"/>
                </a:solidFill>
              </a:rPr>
              <a:t>:</a:t>
            </a:r>
          </a:p>
          <a:p>
            <a:pPr marL="0" indent="0">
              <a:buNone/>
            </a:pPr>
            <a:r>
              <a:rPr lang="en-GB" dirty="0" smtClean="0">
                <a:solidFill>
                  <a:srgbClr val="002060"/>
                </a:solidFill>
              </a:rPr>
              <a:t>• </a:t>
            </a:r>
            <a:r>
              <a:rPr lang="en-GB" dirty="0">
                <a:solidFill>
                  <a:srgbClr val="002060"/>
                </a:solidFill>
              </a:rPr>
              <a:t>Entire area cleaned thoroughly with help of Housekeeping team</a:t>
            </a:r>
            <a:r>
              <a:rPr lang="en-GB" dirty="0" smtClean="0">
                <a:solidFill>
                  <a:srgbClr val="002060"/>
                </a:solidFill>
              </a:rPr>
              <a:t>.</a:t>
            </a:r>
          </a:p>
          <a:p>
            <a:pPr marL="0" indent="0">
              <a:buNone/>
            </a:pPr>
            <a:r>
              <a:rPr lang="en-GB" dirty="0" smtClean="0">
                <a:solidFill>
                  <a:srgbClr val="002060"/>
                </a:solidFill>
              </a:rPr>
              <a:t>• </a:t>
            </a:r>
            <a:r>
              <a:rPr lang="en-GB" dirty="0" err="1">
                <a:solidFill>
                  <a:srgbClr val="002060"/>
                </a:solidFill>
              </a:rPr>
              <a:t>Kabali</a:t>
            </a:r>
            <a:r>
              <a:rPr lang="en-GB" dirty="0">
                <a:solidFill>
                  <a:srgbClr val="002060"/>
                </a:solidFill>
              </a:rPr>
              <a:t> plants (ornamental plants) planted for beautification</a:t>
            </a:r>
            <a:r>
              <a:rPr lang="en-GB" dirty="0" smtClean="0">
                <a:solidFill>
                  <a:srgbClr val="002060"/>
                </a:solidFill>
              </a:rPr>
              <a:t>.</a:t>
            </a:r>
          </a:p>
          <a:p>
            <a:pPr marL="0" indent="0">
              <a:buNone/>
            </a:pPr>
            <a:r>
              <a:rPr lang="en-GB" dirty="0" smtClean="0">
                <a:solidFill>
                  <a:srgbClr val="002060"/>
                </a:solidFill>
              </a:rPr>
              <a:t>• </a:t>
            </a:r>
            <a:r>
              <a:rPr lang="en-GB" dirty="0">
                <a:solidFill>
                  <a:srgbClr val="002060"/>
                </a:solidFill>
              </a:rPr>
              <a:t>Now entrance looks neat, clean and beautiful</a:t>
            </a:r>
            <a:r>
              <a:rPr lang="en-GB" dirty="0" smtClean="0">
                <a:solidFill>
                  <a:srgbClr val="002060"/>
                </a:solidFill>
              </a:rPr>
              <a:t>.</a:t>
            </a:r>
          </a:p>
          <a:p>
            <a:pPr marL="0" indent="0">
              <a:buNone/>
            </a:pPr>
            <a:r>
              <a:rPr lang="en-GB" dirty="0" smtClean="0">
                <a:solidFill>
                  <a:srgbClr val="002060"/>
                </a:solidFill>
              </a:rPr>
              <a:t>• </a:t>
            </a:r>
            <a:r>
              <a:rPr lang="en-GB" dirty="0">
                <a:solidFill>
                  <a:srgbClr val="002060"/>
                </a:solidFill>
              </a:rPr>
              <a:t>Leaking Syntax water is now effectively utilized for plants - No wastage</a:t>
            </a:r>
            <a:r>
              <a:rPr lang="en-GB" dirty="0" smtClean="0">
                <a:solidFill>
                  <a:srgbClr val="002060"/>
                </a:solidFill>
              </a:rPr>
              <a:t>.</a:t>
            </a:r>
          </a:p>
          <a:p>
            <a:pPr marL="0" indent="0">
              <a:buNone/>
            </a:pPr>
            <a:r>
              <a:rPr lang="en-GB" dirty="0" smtClean="0">
                <a:solidFill>
                  <a:srgbClr val="002060"/>
                </a:solidFill>
              </a:rPr>
              <a:t>• </a:t>
            </a:r>
            <a:r>
              <a:rPr lang="en-GB" dirty="0">
                <a:solidFill>
                  <a:srgbClr val="002060"/>
                </a:solidFill>
              </a:rPr>
              <a:t>Area systematically organized for Car Parking and Two-Wheeler Parking</a:t>
            </a:r>
            <a:r>
              <a:rPr lang="en-GB" dirty="0" smtClean="0">
                <a:solidFill>
                  <a:srgbClr val="002060"/>
                </a:solidFill>
              </a:rPr>
              <a:t>.</a:t>
            </a:r>
          </a:p>
          <a:p>
            <a:pPr marL="0" indent="0">
              <a:buNone/>
            </a:pPr>
            <a:r>
              <a:rPr lang="en-GB" b="1" dirty="0" smtClean="0">
                <a:solidFill>
                  <a:srgbClr val="002060"/>
                </a:solidFill>
              </a:rPr>
              <a:t>RESULT</a:t>
            </a:r>
            <a:r>
              <a:rPr lang="en-GB" b="1" dirty="0">
                <a:solidFill>
                  <a:srgbClr val="002060"/>
                </a:solidFill>
              </a:rPr>
              <a:t>:</a:t>
            </a:r>
            <a:r>
              <a:rPr lang="en-GB" dirty="0">
                <a:solidFill>
                  <a:srgbClr val="002060"/>
                </a:solidFill>
              </a:rPr>
              <a:t> </a:t>
            </a:r>
            <a:endParaRPr lang="en-GB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GB" dirty="0" smtClean="0">
                <a:solidFill>
                  <a:srgbClr val="002060"/>
                </a:solidFill>
              </a:rPr>
              <a:t>A </a:t>
            </a:r>
            <a:r>
              <a:rPr lang="en-GB" dirty="0">
                <a:solidFill>
                  <a:srgbClr val="002060"/>
                </a:solidFill>
              </a:rPr>
              <a:t>Dirty Garbage Point is Now a Clean, Green &amp; Organized Entrance.</a:t>
            </a:r>
          </a:p>
        </p:txBody>
      </p:sp>
    </p:spTree>
    <p:extLst>
      <p:ext uri="{BB962C8B-B14F-4D97-AF65-F5344CB8AC3E}">
        <p14:creationId xmlns:p14="http://schemas.microsoft.com/office/powerpoint/2010/main" val="1469741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3 at 3.42.16 P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14" y="457200"/>
            <a:ext cx="5083174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3 at 3.50.09 PM (2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8113" y="457200"/>
            <a:ext cx="50831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3 at 3.50.10 PM (2)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13" y="3543300"/>
            <a:ext cx="50831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5 at 2.13.03 PM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588" y="3543300"/>
            <a:ext cx="5100637" cy="285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17080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3 at 3.50.21 P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516" y="457200"/>
            <a:ext cx="5430754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3 at 3.50.22 PM (1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104" y="457200"/>
            <a:ext cx="5210244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3 at 3.50.22 PM (2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516" y="3543300"/>
            <a:ext cx="5430754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3 at 3.50.22 PM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105" y="3543300"/>
            <a:ext cx="5210244" cy="285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09860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3 at 3.50.23 PM (1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04" y="457200"/>
            <a:ext cx="5579166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3 at 3.51.18 P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104" y="457200"/>
            <a:ext cx="450573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3 at 3.51.30 PM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04" y="3543300"/>
            <a:ext cx="5579166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3 at 4.18.29 PM (1)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104" y="3543300"/>
            <a:ext cx="4505739" cy="285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39103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3 at 4.18.29 PM (2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017" y="377687"/>
            <a:ext cx="4399584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3 at 4.18.30 PM (1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417" y="377687"/>
            <a:ext cx="466794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3 at 4.18.30 PM (2)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017" y="3463787"/>
            <a:ext cx="4399584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3 at 4.18.30 PM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417" y="3463787"/>
            <a:ext cx="4667940" cy="285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395772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3 at 4.18.31 PM (1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12" y="457200"/>
            <a:ext cx="50831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3 at 4.18.31 PM (3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13" y="3543300"/>
            <a:ext cx="50831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3 at 4.18.31 PM (4)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809" y="3543300"/>
            <a:ext cx="4744278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4 at 11.22.00 PM (1)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809" y="457200"/>
            <a:ext cx="4744278" cy="285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24942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3 at 4.18.31 P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08" y="457200"/>
            <a:ext cx="5102087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4 at 10.06.50 P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08" y="3543300"/>
            <a:ext cx="5102087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4 at 11.21.59 PM (2)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7061" y="3543300"/>
            <a:ext cx="450573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3 at 3.50.21 PM (1)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7061" y="457200"/>
            <a:ext cx="4505739" cy="285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952238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0282"/>
            <a:ext cx="5393635" cy="524771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635" y="1610282"/>
            <a:ext cx="6798365" cy="52477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1791" y="225287"/>
            <a:ext cx="1175467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002060"/>
                </a:solidFill>
              </a:rPr>
              <a:t>FINAL OUTCOME - 1st GATE </a:t>
            </a:r>
            <a:r>
              <a:rPr lang="en-GB" sz="2400" b="1" dirty="0" smtClean="0">
                <a:solidFill>
                  <a:srgbClr val="002060"/>
                </a:solidFill>
              </a:rPr>
              <a:t>ENTRANCE</a:t>
            </a:r>
            <a:endParaRPr lang="en-GB" sz="2400" b="1" dirty="0">
              <a:solidFill>
                <a:srgbClr val="002060"/>
              </a:solidFill>
            </a:endParaRPr>
          </a:p>
          <a:p>
            <a:pPr algn="just"/>
            <a:r>
              <a:rPr lang="en-GB" sz="2000" dirty="0">
                <a:solidFill>
                  <a:srgbClr val="002060"/>
                </a:solidFill>
              </a:rPr>
              <a:t>* 1st Gate Entrance area has been beautified and </a:t>
            </a:r>
            <a:r>
              <a:rPr lang="en-GB" sz="2000" dirty="0" smtClean="0">
                <a:solidFill>
                  <a:srgbClr val="002060"/>
                </a:solidFill>
              </a:rPr>
              <a:t>cleaned.</a:t>
            </a:r>
            <a:endParaRPr lang="en-GB" sz="2000" dirty="0">
              <a:solidFill>
                <a:srgbClr val="002060"/>
              </a:solidFill>
            </a:endParaRPr>
          </a:p>
          <a:p>
            <a:pPr algn="just"/>
            <a:r>
              <a:rPr lang="en-GB" sz="2000" dirty="0">
                <a:solidFill>
                  <a:srgbClr val="002060"/>
                </a:solidFill>
              </a:rPr>
              <a:t>* Organized Two Wheeler and Car Parking arrangement has been completed</a:t>
            </a:r>
            <a:r>
              <a:rPr lang="en-GB" sz="2000" dirty="0" smtClean="0">
                <a:solidFill>
                  <a:srgbClr val="002060"/>
                </a:solidFill>
              </a:rPr>
              <a:t>.</a:t>
            </a:r>
            <a:endParaRPr lang="en-GB" sz="2000" dirty="0">
              <a:solidFill>
                <a:srgbClr val="002060"/>
              </a:solidFill>
            </a:endParaRPr>
          </a:p>
          <a:p>
            <a:pPr algn="just"/>
            <a:r>
              <a:rPr lang="en-GB" sz="2000" dirty="0">
                <a:solidFill>
                  <a:srgbClr val="002060"/>
                </a:solidFill>
              </a:rPr>
              <a:t>* Parking area is now clear, systematic and under regular observation</a:t>
            </a:r>
            <a:r>
              <a:rPr lang="en-GB" sz="2000" dirty="0" smtClean="0">
                <a:solidFill>
                  <a:srgbClr val="002060"/>
                </a:solidFill>
              </a:rPr>
              <a:t>.</a:t>
            </a:r>
            <a:endParaRPr lang="en-GB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11482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687" y="2498724"/>
            <a:ext cx="10515600" cy="1325563"/>
          </a:xfrm>
        </p:spPr>
        <p:txBody>
          <a:bodyPr/>
          <a:lstStyle/>
          <a:p>
            <a:pPr algn="ctr"/>
            <a:r>
              <a:rPr lang="en-GB" b="1" dirty="0" smtClean="0">
                <a:solidFill>
                  <a:srgbClr val="002060"/>
                </a:solidFill>
              </a:rPr>
              <a:t>THANK YOU FOR WATCHING </a:t>
            </a:r>
            <a:endParaRPr lang="en-GB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5119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Words>192</Words>
  <Application>Microsoft Office PowerPoint</Application>
  <PresentationFormat>Widescreen</PresentationFormat>
  <Paragraphs>19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FROM GARBAGE DUMP TO GREEN ENTRANCE: Clean &amp; Neat 1st Gate Developed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WATCHING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GARBAGE DUMP TO GREEN ENTRANCE: Clean &amp; Neat 1st Gate Developed</dc:title>
  <dc:creator>itp</dc:creator>
  <cp:lastModifiedBy>itp</cp:lastModifiedBy>
  <cp:revision>3</cp:revision>
  <dcterms:created xsi:type="dcterms:W3CDTF">2026-10-07T09:16:58Z</dcterms:created>
  <dcterms:modified xsi:type="dcterms:W3CDTF">2026-10-09T07:12:43Z</dcterms:modified>
</cp:coreProperties>
</file>
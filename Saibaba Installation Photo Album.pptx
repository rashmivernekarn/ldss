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9" r:id="rId13"/>
    <p:sldId id="267" r:id="rId14"/>
    <p:sldId id="270" r:id="rId15"/>
  </p:sldIdLst>
  <p:sldSz cx="12192000" cy="6858000"/>
  <p:notesSz cx="6858000" cy="9144000"/>
  <p:photoAlbum layout="2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62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09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5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37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09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53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45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21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78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16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C55BE-3521-44CB-87EC-EBD1B1A5F68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9A945-E68C-41D4-89A0-F04BF679EA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37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452" y="150481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000" b="1" dirty="0" smtClean="0">
                <a:solidFill>
                  <a:srgbClr val="002060"/>
                </a:solidFill>
              </a:rPr>
              <a:t>Photo Album</a:t>
            </a:r>
            <a:endParaRPr lang="en-GB" sz="80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736035" y="3165406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3600" b="1" dirty="0" err="1" smtClean="0">
                <a:solidFill>
                  <a:srgbClr val="002060"/>
                </a:solidFill>
              </a:rPr>
              <a:t>Saibaba</a:t>
            </a:r>
            <a:r>
              <a:rPr lang="en-GB" sz="3600" b="1" dirty="0" smtClean="0">
                <a:solidFill>
                  <a:srgbClr val="002060"/>
                </a:solidFill>
              </a:rPr>
              <a:t> Installation </a:t>
            </a:r>
          </a:p>
          <a:p>
            <a:pPr marL="0" indent="0" algn="ctr">
              <a:buNone/>
            </a:pPr>
            <a:endParaRPr lang="en-GB" sz="3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GB" sz="3600" b="1" dirty="0" smtClean="0">
                <a:solidFill>
                  <a:srgbClr val="002060"/>
                </a:solidFill>
              </a:rPr>
              <a:t>IT PARK-HUBLI</a:t>
            </a:r>
            <a:endParaRPr lang="en-GB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4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966" y="1431235"/>
            <a:ext cx="4348195" cy="5239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64" y="1421882"/>
            <a:ext cx="3070672" cy="526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8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95" y="1417818"/>
            <a:ext cx="4221857" cy="52391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4894" y="85007"/>
            <a:ext cx="11525558" cy="1505254"/>
          </a:xfrm>
        </p:spPr>
        <p:txBody>
          <a:bodyPr>
            <a:normAutofit/>
          </a:bodyPr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Before Installation of </a:t>
            </a:r>
            <a:r>
              <a:rPr lang="en-GB" b="1" dirty="0" err="1" smtClean="0">
                <a:solidFill>
                  <a:srgbClr val="002060"/>
                </a:solidFill>
              </a:rPr>
              <a:t>Sai</a:t>
            </a:r>
            <a:r>
              <a:rPr lang="en-GB" b="1" dirty="0" smtClean="0">
                <a:solidFill>
                  <a:srgbClr val="002060"/>
                </a:solidFill>
              </a:rPr>
              <a:t> Baba Idol - Site Preparation and Cleaning by Security Staff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38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87" y="1789043"/>
            <a:ext cx="5213351" cy="450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4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287" y="1789043"/>
            <a:ext cx="5213351" cy="45057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Before Installation of </a:t>
            </a:r>
            <a:r>
              <a:rPr lang="en-GB" b="1" dirty="0" err="1" smtClean="0">
                <a:solidFill>
                  <a:srgbClr val="002060"/>
                </a:solidFill>
              </a:rPr>
              <a:t>Sai</a:t>
            </a:r>
            <a:r>
              <a:rPr lang="en-GB" b="1" dirty="0" smtClean="0">
                <a:solidFill>
                  <a:srgbClr val="002060"/>
                </a:solidFill>
              </a:rPr>
              <a:t> Baba Idol - Site Preparation and Cleaning by Security Staff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05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38" y="1650931"/>
            <a:ext cx="5231503" cy="47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6"/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38" y="1650931"/>
            <a:ext cx="5231503" cy="47101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79595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Installation of </a:t>
            </a:r>
            <a:r>
              <a:rPr lang="en-GB" b="1" dirty="0" err="1" smtClean="0">
                <a:solidFill>
                  <a:srgbClr val="002060"/>
                </a:solidFill>
              </a:rPr>
              <a:t>Sai</a:t>
            </a:r>
            <a:r>
              <a:rPr lang="en-GB" b="1" dirty="0" smtClean="0">
                <a:solidFill>
                  <a:srgbClr val="002060"/>
                </a:solidFill>
              </a:rPr>
              <a:t> Baba Idol by Respected Manager and Assistant Manager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89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4285"/>
            <a:ext cx="10515600" cy="45530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Group Photo with Respected Manager and Assistant Manager After Idol Installation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21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87" y="1815547"/>
            <a:ext cx="5348080" cy="453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0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287" y="1815547"/>
            <a:ext cx="5348080" cy="45322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Security Team Re-installing Baba Idol at a Higher Position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55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18" y="457200"/>
            <a:ext cx="5044178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2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818" y="457200"/>
            <a:ext cx="5044178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01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14" y="457200"/>
            <a:ext cx="5097186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4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14" y="457200"/>
            <a:ext cx="5097186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757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49" y="457200"/>
            <a:ext cx="5282716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6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549" y="457200"/>
            <a:ext cx="5282716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011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14" y="457200"/>
            <a:ext cx="5097186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20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7200"/>
            <a:ext cx="5401987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63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90688"/>
            <a:ext cx="3360382" cy="4537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18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982" y="1690688"/>
            <a:ext cx="3462993" cy="45378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1939" y="259108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rgbClr val="002060"/>
                </a:solidFill>
              </a:rPr>
              <a:t>Baba Idol being Repositioned at Height by Security Staff</a:t>
            </a:r>
            <a:endParaRPr lang="en-GB" dirty="0">
              <a:solidFill>
                <a:srgbClr val="002060"/>
              </a:solidFill>
            </a:endParaRPr>
          </a:p>
        </p:txBody>
      </p:sp>
      <p:pic>
        <p:nvPicPr>
          <p:cNvPr id="5" name="Picture 4" descr="21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39" y="914400"/>
            <a:ext cx="4529759" cy="594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259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548" y="100082"/>
            <a:ext cx="5886222" cy="65127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26" y="100082"/>
            <a:ext cx="5886222" cy="651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1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4" y="1789044"/>
            <a:ext cx="10995991" cy="46382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Final Placement After Modification - </a:t>
            </a:r>
            <a:r>
              <a:rPr lang="en-GB" sz="2800" b="1" dirty="0" err="1" smtClean="0">
                <a:solidFill>
                  <a:srgbClr val="002060"/>
                </a:solidFill>
              </a:rPr>
              <a:t>Sai</a:t>
            </a:r>
            <a:r>
              <a:rPr lang="en-GB" sz="2800" b="1" dirty="0" smtClean="0">
                <a:solidFill>
                  <a:srgbClr val="002060"/>
                </a:solidFill>
              </a:rPr>
              <a:t> Baba Seated,</a:t>
            </a:r>
            <a:br>
              <a:rPr lang="en-GB" sz="2800" b="1" dirty="0" smtClean="0">
                <a:solidFill>
                  <a:srgbClr val="002060"/>
                </a:solidFill>
              </a:rPr>
            </a:br>
            <a:r>
              <a:rPr lang="en-GB" sz="2800" b="1" dirty="0" smtClean="0">
                <a:solidFill>
                  <a:srgbClr val="002060"/>
                </a:solidFill>
              </a:rPr>
              <a:t>Transformation With Team</a:t>
            </a:r>
            <a:br>
              <a:rPr lang="en-GB" sz="2800" b="1" dirty="0" smtClean="0">
                <a:solidFill>
                  <a:srgbClr val="002060"/>
                </a:solidFill>
              </a:rPr>
            </a:br>
            <a:r>
              <a:rPr lang="en-GB" sz="2800" b="1" dirty="0" smtClean="0">
                <a:solidFill>
                  <a:srgbClr val="002060"/>
                </a:solidFill>
              </a:rPr>
              <a:t>BEFORE and AFTER - Results</a:t>
            </a:r>
            <a:endParaRPr lang="en-GB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00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992" y="2432464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15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87</Words>
  <Application>Microsoft Office PowerPoint</Application>
  <PresentationFormat>Widescreen</PresentationFormat>
  <Paragraphs>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Photo Album</vt:lpstr>
      <vt:lpstr>Before Installation of Sai Baba Idol - Site Preparation and Cleaning by Security Staff</vt:lpstr>
      <vt:lpstr>Before Installation of Sai Baba Idol - Site Preparation and Cleaning by Security Staff</vt:lpstr>
      <vt:lpstr>Installation of Sai Baba Idol by Respected Manager and Assistant Manager</vt:lpstr>
      <vt:lpstr>Group Photo with Respected Manager and Assistant Manager After Idol Installation </vt:lpstr>
      <vt:lpstr>Security Team Re-installing Baba Idol at a Higher Position</vt:lpstr>
      <vt:lpstr>PowerPoint Presentation</vt:lpstr>
      <vt:lpstr>PowerPoint Presentation</vt:lpstr>
      <vt:lpstr>PowerPoint Presentation</vt:lpstr>
      <vt:lpstr>PowerPoint Presentation</vt:lpstr>
      <vt:lpstr>Baba Idol being Repositioned at Height by Security Staff</vt:lpstr>
      <vt:lpstr>PowerPoint Presentation</vt:lpstr>
      <vt:lpstr>Final Placement After Modification - Sai Baba Seated, Transformation With Team BEFORE and AFTER - Results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itp</dc:creator>
  <cp:lastModifiedBy>itp</cp:lastModifiedBy>
  <cp:revision>7</cp:revision>
  <dcterms:created xsi:type="dcterms:W3CDTF">2026-10-05T09:03:38Z</dcterms:created>
  <dcterms:modified xsi:type="dcterms:W3CDTF">2026-10-15T07:54:08Z</dcterms:modified>
</cp:coreProperties>
</file>
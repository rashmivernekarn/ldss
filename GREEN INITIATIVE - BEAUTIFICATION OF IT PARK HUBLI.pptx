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7" r:id="rId3"/>
    <p:sldId id="257" r:id="rId4"/>
    <p:sldId id="261" r:id="rId5"/>
    <p:sldId id="262" r:id="rId6"/>
    <p:sldId id="300" r:id="rId7"/>
    <p:sldId id="264" r:id="rId8"/>
    <p:sldId id="265" r:id="rId9"/>
    <p:sldId id="270" r:id="rId10"/>
    <p:sldId id="272" r:id="rId11"/>
    <p:sldId id="273" r:id="rId12"/>
    <p:sldId id="275" r:id="rId13"/>
    <p:sldId id="277" r:id="rId14"/>
    <p:sldId id="279" r:id="rId15"/>
    <p:sldId id="281" r:id="rId16"/>
    <p:sldId id="282" r:id="rId17"/>
    <p:sldId id="287" r:id="rId18"/>
    <p:sldId id="288" r:id="rId19"/>
    <p:sldId id="291" r:id="rId20"/>
    <p:sldId id="292" r:id="rId21"/>
    <p:sldId id="299" r:id="rId22"/>
    <p:sldId id="296" r:id="rId23"/>
  </p:sldIdLst>
  <p:sldSz cx="12192000" cy="6858000"/>
  <p:notesSz cx="6858000" cy="9144000"/>
  <p:photoAlbum layout="4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84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37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05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08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38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946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64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54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58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43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60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4C269-9C43-4E87-85CD-FCFED29829F9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7005-B88E-4356-90F2-2C0E79999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8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9" Type="http://schemas.openxmlformats.org/officeDocument/2006/relationships/image" Target="../media/image3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16.jpeg"/><Relationship Id="rId7" Type="http://schemas.openxmlformats.org/officeDocument/2006/relationships/image" Target="../media/image40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Relationship Id="rId9" Type="http://schemas.openxmlformats.org/officeDocument/2006/relationships/image" Target="../media/image4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44.jpeg"/><Relationship Id="rId7" Type="http://schemas.openxmlformats.org/officeDocument/2006/relationships/image" Target="../media/image48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Relationship Id="rId9" Type="http://schemas.openxmlformats.org/officeDocument/2006/relationships/image" Target="../media/image5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3" Type="http://schemas.openxmlformats.org/officeDocument/2006/relationships/image" Target="../media/image52.jpeg"/><Relationship Id="rId7" Type="http://schemas.openxmlformats.org/officeDocument/2006/relationships/image" Target="../media/image56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Relationship Id="rId9" Type="http://schemas.openxmlformats.org/officeDocument/2006/relationships/image" Target="../media/image5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jpeg"/><Relationship Id="rId7" Type="http://schemas.openxmlformats.org/officeDocument/2006/relationships/image" Target="../media/image64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Relationship Id="rId9" Type="http://schemas.openxmlformats.org/officeDocument/2006/relationships/image" Target="../media/image6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image" Target="../media/image68.jpeg"/><Relationship Id="rId7" Type="http://schemas.openxmlformats.org/officeDocument/2006/relationships/image" Target="../media/image72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jpeg"/><Relationship Id="rId5" Type="http://schemas.openxmlformats.org/officeDocument/2006/relationships/image" Target="../media/image70.jpeg"/><Relationship Id="rId4" Type="http://schemas.openxmlformats.org/officeDocument/2006/relationships/image" Target="../media/image69.jpeg"/><Relationship Id="rId9" Type="http://schemas.openxmlformats.org/officeDocument/2006/relationships/image" Target="../media/image7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3" Type="http://schemas.openxmlformats.org/officeDocument/2006/relationships/image" Target="../media/image76.jpeg"/><Relationship Id="rId7" Type="http://schemas.openxmlformats.org/officeDocument/2006/relationships/image" Target="../media/image80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Relationship Id="rId9" Type="http://schemas.openxmlformats.org/officeDocument/2006/relationships/image" Target="../media/image8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eg"/><Relationship Id="rId3" Type="http://schemas.openxmlformats.org/officeDocument/2006/relationships/image" Target="../media/image84.jpeg"/><Relationship Id="rId7" Type="http://schemas.openxmlformats.org/officeDocument/2006/relationships/image" Target="../media/image88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jpeg"/><Relationship Id="rId5" Type="http://schemas.openxmlformats.org/officeDocument/2006/relationships/image" Target="../media/image86.jpeg"/><Relationship Id="rId4" Type="http://schemas.openxmlformats.org/officeDocument/2006/relationships/image" Target="../media/image85.jpeg"/><Relationship Id="rId9" Type="http://schemas.openxmlformats.org/officeDocument/2006/relationships/image" Target="../media/image9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3" Type="http://schemas.openxmlformats.org/officeDocument/2006/relationships/image" Target="../media/image92.jpeg"/><Relationship Id="rId7" Type="http://schemas.openxmlformats.org/officeDocument/2006/relationships/image" Target="../media/image96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jpeg"/><Relationship Id="rId5" Type="http://schemas.openxmlformats.org/officeDocument/2006/relationships/image" Target="../media/image94.jpeg"/><Relationship Id="rId4" Type="http://schemas.openxmlformats.org/officeDocument/2006/relationships/image" Target="../media/image93.jpeg"/><Relationship Id="rId9" Type="http://schemas.openxmlformats.org/officeDocument/2006/relationships/image" Target="../media/image8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jpeg"/><Relationship Id="rId3" Type="http://schemas.openxmlformats.org/officeDocument/2006/relationships/image" Target="../media/image86.jpeg"/><Relationship Id="rId7" Type="http://schemas.openxmlformats.org/officeDocument/2006/relationships/image" Target="../media/image100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jpeg"/><Relationship Id="rId5" Type="http://schemas.openxmlformats.org/officeDocument/2006/relationships/image" Target="../media/image98.jpeg"/><Relationship Id="rId4" Type="http://schemas.openxmlformats.org/officeDocument/2006/relationships/image" Target="../media/image80.jpeg"/><Relationship Id="rId9" Type="http://schemas.openxmlformats.org/officeDocument/2006/relationships/image" Target="../media/image88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6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jpeg"/><Relationship Id="rId5" Type="http://schemas.openxmlformats.org/officeDocument/2006/relationships/image" Target="../media/image103.jpeg"/><Relationship Id="rId4" Type="http://schemas.openxmlformats.org/officeDocument/2006/relationships/image" Target="../media/image102.jpeg"/><Relationship Id="rId9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3" Type="http://schemas.openxmlformats.org/officeDocument/2006/relationships/image" Target="../media/image105.jpeg"/><Relationship Id="rId7" Type="http://schemas.openxmlformats.org/officeDocument/2006/relationships/image" Target="../media/image109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jpeg"/><Relationship Id="rId5" Type="http://schemas.openxmlformats.org/officeDocument/2006/relationships/image" Target="../media/image107.jpeg"/><Relationship Id="rId4" Type="http://schemas.openxmlformats.org/officeDocument/2006/relationships/image" Target="../media/image106.jpeg"/><Relationship Id="rId9" Type="http://schemas.openxmlformats.org/officeDocument/2006/relationships/image" Target="../media/image11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0017" y="3388485"/>
            <a:ext cx="9144000" cy="2387600"/>
          </a:xfrm>
        </p:spPr>
        <p:txBody>
          <a:bodyPr>
            <a:noAutofit/>
          </a:bodyPr>
          <a:lstStyle/>
          <a:p>
            <a:r>
              <a:rPr lang="en-GB" sz="4800" dirty="0" smtClean="0">
                <a:solidFill>
                  <a:srgbClr val="002060"/>
                </a:solidFill>
              </a:rPr>
              <a:t>GREEN INITIATIVE - BEAUTIFICATION OF IT PARK HUBLI</a:t>
            </a:r>
            <a:br>
              <a:rPr lang="en-GB" sz="4800" dirty="0" smtClean="0">
                <a:solidFill>
                  <a:srgbClr val="002060"/>
                </a:solidFill>
              </a:rPr>
            </a:br>
            <a:r>
              <a:rPr lang="en-GB" sz="4800" dirty="0" smtClean="0">
                <a:solidFill>
                  <a:srgbClr val="002060"/>
                </a:solidFill>
              </a:rPr>
              <a:t>Let's Make IT Park Green &amp; Beautiful</a:t>
            </a:r>
            <a:br>
              <a:rPr lang="en-GB" sz="4800" dirty="0" smtClean="0">
                <a:solidFill>
                  <a:srgbClr val="002060"/>
                </a:solidFill>
              </a:rPr>
            </a:br>
            <a:r>
              <a:rPr lang="en-GB" sz="4800" dirty="0" smtClean="0">
                <a:solidFill>
                  <a:srgbClr val="002060"/>
                </a:solidFill>
              </a:rPr>
              <a:t/>
            </a:r>
            <a:br>
              <a:rPr lang="en-GB" sz="4800" dirty="0" smtClean="0">
                <a:solidFill>
                  <a:srgbClr val="002060"/>
                </a:solidFill>
              </a:rPr>
            </a:br>
            <a:r>
              <a:rPr lang="en-GB" sz="4800" dirty="0" smtClean="0">
                <a:solidFill>
                  <a:srgbClr val="002060"/>
                </a:solidFill>
              </a:rPr>
              <a:t>Plantation Drive by Security Team</a:t>
            </a:r>
            <a:br>
              <a:rPr lang="en-GB" sz="4800" dirty="0" smtClean="0">
                <a:solidFill>
                  <a:srgbClr val="002060"/>
                </a:solidFill>
              </a:rPr>
            </a:br>
            <a:r>
              <a:rPr lang="en-GB" sz="4800" dirty="0" smtClean="0">
                <a:solidFill>
                  <a:srgbClr val="002060"/>
                </a:solidFill>
              </a:rPr>
              <a:t>Started on 1st November – 2025 Karnataka </a:t>
            </a:r>
            <a:r>
              <a:rPr lang="en-GB" sz="4800" dirty="0" err="1" smtClean="0">
                <a:solidFill>
                  <a:srgbClr val="002060"/>
                </a:solidFill>
              </a:rPr>
              <a:t>Rajyotsava</a:t>
            </a:r>
            <a:endParaRPr lang="en-GB" sz="4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91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703" y="526911"/>
            <a:ext cx="10783958" cy="5635349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002060"/>
                </a:solidFill>
              </a:rPr>
              <a:t>OBJECTIVE:</a:t>
            </a:r>
          </a:p>
          <a:p>
            <a:endParaRPr lang="en-GB" dirty="0" smtClean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To make IT Park </a:t>
            </a:r>
            <a:r>
              <a:rPr lang="en-GB" dirty="0" err="1" smtClean="0">
                <a:solidFill>
                  <a:srgbClr val="002060"/>
                </a:solidFill>
              </a:rPr>
              <a:t>Hubli</a:t>
            </a:r>
            <a:r>
              <a:rPr lang="en-GB" dirty="0" smtClean="0">
                <a:solidFill>
                  <a:srgbClr val="002060"/>
                </a:solidFill>
              </a:rPr>
              <a:t> lush green, eco-friendly and beautiful.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We have planted MORE THAN 500  saplings at all possible places across IT Park premises with the help of our Security Team.</a:t>
            </a:r>
          </a:p>
          <a:p>
            <a:endParaRPr lang="en-GB" dirty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INITIATED ON KARNATAKA RAJYOTSAVA - 1st NOVEMBER</a:t>
            </a:r>
          </a:p>
          <a:p>
            <a:endParaRPr lang="en-GB" dirty="0" smtClean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On the auspicious occasion of Karnataka </a:t>
            </a:r>
            <a:r>
              <a:rPr lang="en-GB" dirty="0" err="1" smtClean="0">
                <a:solidFill>
                  <a:srgbClr val="002060"/>
                </a:solidFill>
              </a:rPr>
              <a:t>Rajyotsava</a:t>
            </a:r>
            <a:r>
              <a:rPr lang="en-GB" dirty="0" smtClean="0">
                <a:solidFill>
                  <a:srgbClr val="002060"/>
                </a:solidFill>
              </a:rPr>
              <a:t>,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we started the plantation drive to make our IT Park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green and beautiful. A small step towards a greener future.</a:t>
            </a:r>
          </a:p>
          <a:p>
            <a:endParaRPr lang="en-GB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12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5-11-10 at 11.31.13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09" y="1204201"/>
            <a:ext cx="5469834" cy="2320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5-11-10 at 11.31.31 A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09" y="3983935"/>
            <a:ext cx="5469834" cy="2320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5-11-10 at 11.32.45 A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09" y="3983935"/>
            <a:ext cx="5469834" cy="23207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772271" y="-63608"/>
            <a:ext cx="9143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 smtClean="0">
                <a:solidFill>
                  <a:srgbClr val="002060"/>
                </a:solidFill>
              </a:rPr>
              <a:t>Green IT Park - Our Dream, Our Responsibility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Planted on </a:t>
            </a:r>
            <a:r>
              <a:rPr lang="en-GB" sz="3200" dirty="0" err="1" smtClean="0">
                <a:solidFill>
                  <a:srgbClr val="002060"/>
                </a:solidFill>
              </a:rPr>
              <a:t>Rajyotsava</a:t>
            </a:r>
            <a:r>
              <a:rPr lang="en-GB" sz="3200" dirty="0" smtClean="0">
                <a:solidFill>
                  <a:srgbClr val="002060"/>
                </a:solidFill>
              </a:rPr>
              <a:t> Day - For a Greener Tomorrow</a:t>
            </a:r>
            <a:endParaRPr lang="en-GB" sz="3200" dirty="0">
              <a:solidFill>
                <a:srgbClr val="002060"/>
              </a:solidFill>
            </a:endParaRPr>
          </a:p>
        </p:txBody>
      </p:sp>
      <p:pic>
        <p:nvPicPr>
          <p:cNvPr id="8" name="Picture 7" descr="WhatsApp Image 2025-11-10 at 11.33.40 A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09" y="1204201"/>
            <a:ext cx="5469834" cy="2320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908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27 at 11.15.55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13" y="457200"/>
            <a:ext cx="220199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9-27 at 11.23.12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086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09-27 at 11.52.12 A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82" y="3479524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42.17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086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5-11-10 at 12.00.02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856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42.18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856" y="3479524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42.19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812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42.19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812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82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sApp Image 2026-10-03 at 3.42.18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825" y="355655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07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825" y="47045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3 at 3.42.17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5" y="47045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3 at 3.42.18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5" y="355655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WhatsApp Image 2025-11-10 at 11.31.12 A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085" y="470452"/>
            <a:ext cx="526442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WhatsApp Image 2026-10-03 at 3.49.52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085" y="3556551"/>
            <a:ext cx="5264424" cy="27103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181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0991" y="940904"/>
            <a:ext cx="97005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 smtClean="0">
                <a:solidFill>
                  <a:srgbClr val="002060"/>
                </a:solidFill>
              </a:rPr>
              <a:t>Green </a:t>
            </a:r>
            <a:r>
              <a:rPr lang="en-GB" sz="3600" dirty="0">
                <a:solidFill>
                  <a:srgbClr val="002060"/>
                </a:solidFill>
              </a:rPr>
              <a:t>Initiative - World Environment </a:t>
            </a:r>
            <a:r>
              <a:rPr lang="en-GB" sz="3600" dirty="0" smtClean="0">
                <a:solidFill>
                  <a:srgbClr val="002060"/>
                </a:solidFill>
              </a:rPr>
              <a:t>Day</a:t>
            </a:r>
          </a:p>
          <a:p>
            <a:endParaRPr lang="en-GB" sz="3600" dirty="0">
              <a:solidFill>
                <a:srgbClr val="002060"/>
              </a:solidFill>
            </a:endParaRPr>
          </a:p>
          <a:p>
            <a:r>
              <a:rPr lang="en-GB" sz="3600" dirty="0" smtClean="0">
                <a:solidFill>
                  <a:srgbClr val="002060"/>
                </a:solidFill>
              </a:rPr>
              <a:t>On </a:t>
            </a:r>
            <a:r>
              <a:rPr lang="en-GB" sz="3600" dirty="0">
                <a:solidFill>
                  <a:srgbClr val="002060"/>
                </a:solidFill>
              </a:rPr>
              <a:t>the occasion of World Environment Day - June </a:t>
            </a:r>
            <a:r>
              <a:rPr lang="en-GB" sz="3600" dirty="0" smtClean="0">
                <a:solidFill>
                  <a:srgbClr val="002060"/>
                </a:solidFill>
              </a:rPr>
              <a:t>5</a:t>
            </a:r>
            <a:r>
              <a:rPr lang="en-GB" sz="3600" baseline="30000" dirty="0" smtClean="0">
                <a:solidFill>
                  <a:srgbClr val="002060"/>
                </a:solidFill>
              </a:rPr>
              <a:t>th</a:t>
            </a:r>
            <a:r>
              <a:rPr lang="en-GB" sz="3600" dirty="0">
                <a:solidFill>
                  <a:srgbClr val="002060"/>
                </a:solidFill>
              </a:rPr>
              <a:t> </a:t>
            </a:r>
            <a:r>
              <a:rPr lang="en-GB" sz="3600" dirty="0" smtClean="0">
                <a:solidFill>
                  <a:srgbClr val="002060"/>
                </a:solidFill>
              </a:rPr>
              <a:t>2026</a:t>
            </a:r>
            <a:r>
              <a:rPr lang="en-GB" sz="3600" dirty="0" smtClean="0">
                <a:solidFill>
                  <a:srgbClr val="002060"/>
                </a:solidFill>
              </a:rPr>
              <a:t>,</a:t>
            </a:r>
            <a:endParaRPr lang="en-GB" sz="3600" dirty="0" smtClean="0">
              <a:solidFill>
                <a:srgbClr val="002060"/>
              </a:solidFill>
            </a:endParaRPr>
          </a:p>
          <a:p>
            <a:r>
              <a:rPr lang="en-GB" sz="3600" dirty="0" smtClean="0">
                <a:solidFill>
                  <a:srgbClr val="002060"/>
                </a:solidFill>
              </a:rPr>
              <a:t>500</a:t>
            </a:r>
            <a:r>
              <a:rPr lang="en-GB" sz="3600" dirty="0">
                <a:solidFill>
                  <a:srgbClr val="002060"/>
                </a:solidFill>
              </a:rPr>
              <a:t>+ Saplings were contributed to </a:t>
            </a:r>
            <a:r>
              <a:rPr lang="en-GB" sz="3600" dirty="0" err="1">
                <a:solidFill>
                  <a:srgbClr val="002060"/>
                </a:solidFill>
              </a:rPr>
              <a:t>Hubli</a:t>
            </a:r>
            <a:r>
              <a:rPr lang="en-GB" sz="3600" dirty="0">
                <a:solidFill>
                  <a:srgbClr val="002060"/>
                </a:solidFill>
              </a:rPr>
              <a:t> IT </a:t>
            </a:r>
            <a:r>
              <a:rPr lang="en-GB" sz="3600" dirty="0" smtClean="0">
                <a:solidFill>
                  <a:srgbClr val="002060"/>
                </a:solidFill>
              </a:rPr>
              <a:t>Park</a:t>
            </a:r>
          </a:p>
          <a:p>
            <a:r>
              <a:rPr lang="en-GB" sz="3600" dirty="0" smtClean="0">
                <a:solidFill>
                  <a:srgbClr val="002060"/>
                </a:solidFill>
              </a:rPr>
              <a:t>With </a:t>
            </a:r>
            <a:r>
              <a:rPr lang="en-GB" sz="3600" dirty="0">
                <a:solidFill>
                  <a:srgbClr val="002060"/>
                </a:solidFill>
              </a:rPr>
              <a:t>the special support </a:t>
            </a:r>
            <a:r>
              <a:rPr lang="en-GB" sz="3600" dirty="0" smtClean="0">
                <a:solidFill>
                  <a:srgbClr val="002060"/>
                </a:solidFill>
              </a:rPr>
              <a:t>of Sri </a:t>
            </a:r>
            <a:r>
              <a:rPr lang="en-GB" sz="3600" dirty="0" err="1">
                <a:solidFill>
                  <a:srgbClr val="002060"/>
                </a:solidFill>
              </a:rPr>
              <a:t>Basavaraj</a:t>
            </a:r>
            <a:r>
              <a:rPr lang="en-GB" sz="3600" dirty="0">
                <a:solidFill>
                  <a:srgbClr val="002060"/>
                </a:solidFill>
              </a:rPr>
              <a:t> </a:t>
            </a:r>
            <a:r>
              <a:rPr lang="en-GB" sz="3600" dirty="0" err="1">
                <a:solidFill>
                  <a:srgbClr val="002060"/>
                </a:solidFill>
              </a:rPr>
              <a:t>Ganamuki</a:t>
            </a:r>
            <a:r>
              <a:rPr lang="en-GB" sz="3600" dirty="0">
                <a:solidFill>
                  <a:srgbClr val="002060"/>
                </a:solidFill>
              </a:rPr>
              <a:t> </a:t>
            </a:r>
            <a:r>
              <a:rPr lang="en-GB" sz="3600" dirty="0" smtClean="0">
                <a:solidFill>
                  <a:srgbClr val="002060"/>
                </a:solidFill>
              </a:rPr>
              <a:t>Sir Electrician Head.</a:t>
            </a:r>
          </a:p>
          <a:p>
            <a:r>
              <a:rPr lang="en-GB" sz="3600" dirty="0" smtClean="0">
                <a:solidFill>
                  <a:srgbClr val="002060"/>
                </a:solidFill>
              </a:rPr>
              <a:t>His </a:t>
            </a:r>
            <a:r>
              <a:rPr lang="en-GB" sz="3600" dirty="0">
                <a:solidFill>
                  <a:srgbClr val="002060"/>
                </a:solidFill>
              </a:rPr>
              <a:t>contribution made our IT Park green, eco-friendly and beautiful.</a:t>
            </a:r>
          </a:p>
        </p:txBody>
      </p:sp>
    </p:spTree>
    <p:extLst>
      <p:ext uri="{BB962C8B-B14F-4D97-AF65-F5344CB8AC3E}">
        <p14:creationId xmlns:p14="http://schemas.microsoft.com/office/powerpoint/2010/main" val="1535622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49.52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6" y="1128091"/>
            <a:ext cx="2834938" cy="252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49.54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443" y="1128091"/>
            <a:ext cx="3084446" cy="252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49.54 PM (3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6" y="3776869"/>
            <a:ext cx="2834938" cy="252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49.54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443" y="3776869"/>
            <a:ext cx="3084446" cy="252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08-26 at 3.32.33 A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950" y="1128091"/>
            <a:ext cx="4684996" cy="490590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22852" y="198783"/>
            <a:ext cx="10800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 smtClean="0">
                <a:solidFill>
                  <a:srgbClr val="002060"/>
                </a:solidFill>
              </a:rPr>
              <a:t>Jun 5</a:t>
            </a:r>
            <a:r>
              <a:rPr lang="en-GB" sz="3600" baseline="30000" dirty="0" smtClean="0">
                <a:solidFill>
                  <a:srgbClr val="002060"/>
                </a:solidFill>
              </a:rPr>
              <a:t>th</a:t>
            </a:r>
            <a:r>
              <a:rPr lang="en-GB" sz="3600" dirty="0" smtClean="0">
                <a:solidFill>
                  <a:srgbClr val="002060"/>
                </a:solidFill>
              </a:rPr>
              <a:t> Green </a:t>
            </a:r>
            <a:r>
              <a:rPr lang="en-GB" sz="3600" dirty="0">
                <a:solidFill>
                  <a:srgbClr val="002060"/>
                </a:solidFill>
              </a:rPr>
              <a:t>Initiative - World Environment Day</a:t>
            </a:r>
          </a:p>
        </p:txBody>
      </p:sp>
    </p:spTree>
    <p:extLst>
      <p:ext uri="{BB962C8B-B14F-4D97-AF65-F5344CB8AC3E}">
        <p14:creationId xmlns:p14="http://schemas.microsoft.com/office/powerpoint/2010/main" val="391240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49.55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55" y="1132374"/>
            <a:ext cx="2222500" cy="2355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49.55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598" y="1132374"/>
            <a:ext cx="2143125" cy="2355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49.55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55" y="4218474"/>
            <a:ext cx="2222500" cy="2355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49.56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598" y="4218474"/>
            <a:ext cx="2143125" cy="2355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08-24 at 11.07.12 A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573" y="1132374"/>
            <a:ext cx="5264424" cy="528830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622852" y="198783"/>
            <a:ext cx="10800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002060"/>
                </a:solidFill>
              </a:rPr>
              <a:t>June 5th - World Environment Day </a:t>
            </a:r>
            <a:r>
              <a:rPr lang="en-GB" sz="2800" dirty="0" smtClean="0">
                <a:solidFill>
                  <a:srgbClr val="002060"/>
                </a:solidFill>
              </a:rPr>
              <a:t>Celebration Green </a:t>
            </a:r>
            <a:r>
              <a:rPr lang="en-GB" sz="2800" dirty="0">
                <a:solidFill>
                  <a:srgbClr val="002060"/>
                </a:solidFill>
              </a:rPr>
              <a:t>Initiative at </a:t>
            </a:r>
            <a:r>
              <a:rPr lang="en-GB" sz="2800" dirty="0" err="1">
                <a:solidFill>
                  <a:srgbClr val="002060"/>
                </a:solidFill>
              </a:rPr>
              <a:t>Hubli</a:t>
            </a:r>
            <a:r>
              <a:rPr lang="en-GB" sz="2800" dirty="0">
                <a:solidFill>
                  <a:srgbClr val="002060"/>
                </a:solidFill>
              </a:rPr>
              <a:t> IT Park with Respected Manager, Valued Clients &amp; Staff</a:t>
            </a:r>
          </a:p>
        </p:txBody>
      </p:sp>
    </p:spTree>
    <p:extLst>
      <p:ext uri="{BB962C8B-B14F-4D97-AF65-F5344CB8AC3E}">
        <p14:creationId xmlns:p14="http://schemas.microsoft.com/office/powerpoint/2010/main" val="358475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01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9" y="41744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02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659" y="41744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02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9" y="350354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05 PM (3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659" y="350354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49.57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824" y="41744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49.58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224" y="41744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49.58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824" y="350354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49.59 PM (2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224" y="3503543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2742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3.50.08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11" y="47045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08 PM (3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11" y="355655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1.22.01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94" y="377688"/>
            <a:ext cx="201564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11.22.01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10" y="355655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06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720" y="377688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06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120" y="377688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50.07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720" y="3463788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3 at 3.50.07 PM (2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120" y="3463788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4407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10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44" y="404191"/>
            <a:ext cx="234796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11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374" y="496956"/>
            <a:ext cx="23887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11 PM (3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74" y="3583056"/>
            <a:ext cx="23887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11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374" y="3583056"/>
            <a:ext cx="23887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12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809" y="404191"/>
            <a:ext cx="23887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12 PM (2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209" y="404191"/>
            <a:ext cx="23887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12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809" y="3490291"/>
            <a:ext cx="23887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13 PM (1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209" y="3490291"/>
            <a:ext cx="2388704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5838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13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58" y="443947"/>
            <a:ext cx="22031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13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158" y="443947"/>
            <a:ext cx="22031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23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58" y="3530047"/>
            <a:ext cx="22031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23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158" y="3530047"/>
            <a:ext cx="22031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24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45" y="443947"/>
            <a:ext cx="22031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24 PM (3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245" y="443947"/>
            <a:ext cx="22031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24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45" y="3530047"/>
            <a:ext cx="22031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25 PM (1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245" y="3530047"/>
            <a:ext cx="2203172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2538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25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457200"/>
            <a:ext cx="22826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25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9" y="457200"/>
            <a:ext cx="22826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26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3543300"/>
            <a:ext cx="22826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26 PM (2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9" y="3543300"/>
            <a:ext cx="22826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26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547" y="457200"/>
            <a:ext cx="22826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27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947" y="457200"/>
            <a:ext cx="22826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27 PM (2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547" y="3543300"/>
            <a:ext cx="22826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27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947" y="3543300"/>
            <a:ext cx="2282688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4528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28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28" y="377686"/>
            <a:ext cx="225618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31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628" y="377686"/>
            <a:ext cx="225618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32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28" y="3463786"/>
            <a:ext cx="225618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35 PM (2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628" y="3463786"/>
            <a:ext cx="225618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35 PM (3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020" y="377686"/>
            <a:ext cx="225618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35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420" y="377686"/>
            <a:ext cx="225618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36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020" y="3463786"/>
            <a:ext cx="225618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36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420" y="3463786"/>
            <a:ext cx="225618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2242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1.16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48" y="457200"/>
            <a:ext cx="22490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1.17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48" y="3543300"/>
            <a:ext cx="224900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51.17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366" y="457200"/>
            <a:ext cx="272732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4 at 8.42.23 A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367" y="3543300"/>
            <a:ext cx="272732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4 at 8.42.30 A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51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WhatsApp Image 2026-10-04 at 8.42.30 A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460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WhatsApp Image 2026-10-04 at 8.42.31 AM (2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51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WhatsApp Image 2026-10-04 at 8.42.31 A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461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164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8.42.24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29" y="390939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8.42.25 A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29" y="390939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8.42.26 A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29" y="3477039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8.42.29 AM (2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29" y="3477039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8.42.32 A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868" y="390939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8.42.32 A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8" y="390939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9.59.01 A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868" y="3477039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0.06.30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68" y="3477039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1903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0.06.55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60" y="377687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0.06.56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660" y="377687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0.06.56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60" y="3463787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0.06.57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660" y="3463787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0.06.31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826" y="377687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10.06.50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226" y="377687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0.06.50 PM (2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826" y="3463787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0.06.51 PM (1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226" y="3463787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05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0.06.58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99" y="430696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0.06.58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199" y="430696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0.07.00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99" y="3516796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0.07.00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199" y="3516796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0.07.01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321" y="430696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10.07.01 PM (2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721" y="430696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0.07.01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321" y="3516796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0.07.02 PM (1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721" y="3516796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877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12.30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90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12.30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774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1.21.40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558" y="4572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1.21.43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189" y="457200"/>
            <a:ext cx="212490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0.07.02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773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11.12.29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189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1.12.29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90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1.12.30 PM (1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558" y="3543300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1007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43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057" y="457200"/>
            <a:ext cx="269322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43 PM (3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315" y="457200"/>
            <a:ext cx="296634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1.21.43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057" y="3543300"/>
            <a:ext cx="269322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1.21.44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315" y="3543300"/>
            <a:ext cx="296634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1.21.52 PM (3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6" y="457200"/>
            <a:ext cx="258086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1.21.53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6" y="3543300"/>
            <a:ext cx="258086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4 at 11.21.52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673" y="457200"/>
            <a:ext cx="258086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4 at 11.21.54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673" y="3543300"/>
            <a:ext cx="2580862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5562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1696" y="1255781"/>
            <a:ext cx="10515600" cy="4351338"/>
          </a:xfrm>
        </p:spPr>
        <p:txBody>
          <a:bodyPr>
            <a:normAutofit/>
          </a:bodyPr>
          <a:lstStyle/>
          <a:p>
            <a:r>
              <a:rPr lang="en-GB" sz="3600" dirty="0" smtClean="0">
                <a:solidFill>
                  <a:srgbClr val="002060"/>
                </a:solidFill>
              </a:rPr>
              <a:t>TOWARDS A GREENER IT PARK</a:t>
            </a:r>
          </a:p>
          <a:p>
            <a:endParaRPr lang="en-GB" sz="3600" dirty="0" smtClean="0">
              <a:solidFill>
                <a:srgbClr val="002060"/>
              </a:solidFill>
            </a:endParaRPr>
          </a:p>
          <a:p>
            <a:r>
              <a:rPr lang="en-GB" sz="3600" dirty="0" smtClean="0">
                <a:solidFill>
                  <a:srgbClr val="002060"/>
                </a:solidFill>
              </a:rPr>
              <a:t>Our IT Park now looks more green, fresh and beautiful.</a:t>
            </a:r>
          </a:p>
          <a:p>
            <a:r>
              <a:rPr lang="en-GB" sz="3600" dirty="0" smtClean="0">
                <a:solidFill>
                  <a:srgbClr val="002060"/>
                </a:solidFill>
              </a:rPr>
              <a:t>We are committed to nurturing these plants and</a:t>
            </a:r>
          </a:p>
          <a:p>
            <a:r>
              <a:rPr lang="en-GB" sz="3600" dirty="0" smtClean="0">
                <a:solidFill>
                  <a:srgbClr val="002060"/>
                </a:solidFill>
              </a:rPr>
              <a:t>making our campus an example of Green &amp; Clean IT Park.</a:t>
            </a:r>
            <a:endParaRPr lang="en-GB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652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983" y="2405959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4350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221</Words>
  <Application>Microsoft Office PowerPoint</Application>
  <PresentationFormat>Widescreen</PresentationFormat>
  <Paragraphs>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GREEN INITIATIVE - BEAUTIFICATION OF IT PARK HUBLI Let's Make IT Park Green &amp; Beautiful  Plantation Drive by Security Team Started on 1st November – 2025 Karnataka Rajyotsava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INITIATIVE - BEAUTIFICATION OF IT PARK HUBLI Let's Make IT Park Green &amp; Beautiful  Plantation Drive by Security Team Started on 1st November - Karnataka Rajyotsava</dc:title>
  <dc:creator>itp</dc:creator>
  <cp:lastModifiedBy>itp</cp:lastModifiedBy>
  <cp:revision>7</cp:revision>
  <dcterms:created xsi:type="dcterms:W3CDTF">2026-10-05T14:04:54Z</dcterms:created>
  <dcterms:modified xsi:type="dcterms:W3CDTF">2026-10-07T10:31:27Z</dcterms:modified>
</cp:coreProperties>
</file>
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sldIdLst>
    <p:sldId id="256" r:id="rId2"/>
    <p:sldId id="257" r:id="rId3"/>
    <p:sldId id="305" r:id="rId4"/>
    <p:sldId id="298" r:id="rId5"/>
    <p:sldId id="301" r:id="rId6"/>
    <p:sldId id="258" r:id="rId7"/>
    <p:sldId id="306" r:id="rId8"/>
    <p:sldId id="307" r:id="rId9"/>
    <p:sldId id="308" r:id="rId10"/>
    <p:sldId id="263" r:id="rId11"/>
    <p:sldId id="265" r:id="rId12"/>
    <p:sldId id="266" r:id="rId13"/>
    <p:sldId id="268" r:id="rId14"/>
    <p:sldId id="299" r:id="rId15"/>
    <p:sldId id="300" r:id="rId16"/>
    <p:sldId id="270" r:id="rId17"/>
    <p:sldId id="291" r:id="rId18"/>
    <p:sldId id="297" r:id="rId19"/>
    <p:sldId id="296" r:id="rId20"/>
    <p:sldId id="309" r:id="rId21"/>
    <p:sldId id="303" r:id="rId22"/>
  </p:sldIdLst>
  <p:sldSz cx="12192000" cy="6858000"/>
  <p:notesSz cx="6858000" cy="9144000"/>
  <p:photoAlbum layout="4pic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1711" autoAdjust="0"/>
  </p:normalViewPr>
  <p:slideViewPr>
    <p:cSldViewPr snapToGrid="0">
      <p:cViewPr varScale="1">
        <p:scale>
          <a:sx n="69" d="100"/>
          <a:sy n="69" d="100"/>
        </p:scale>
        <p:origin x="75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2976C2-182D-4CE7-A446-8C01C224E922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C33232-6F79-4C2B-94BF-E34020453D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92856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C33232-6F79-4C2B-94BF-E34020453D8D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57234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C33232-6F79-4C2B-94BF-E34020453D8D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52485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F9784-19F4-4DDB-9A00-D78A39CF98CA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91FC6-19AD-480E-8B25-3CF28C96D3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4560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F9784-19F4-4DDB-9A00-D78A39CF98CA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91FC6-19AD-480E-8B25-3CF28C96D3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2516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F9784-19F4-4DDB-9A00-D78A39CF98CA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91FC6-19AD-480E-8B25-3CF28C96D3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5848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F9784-19F4-4DDB-9A00-D78A39CF98CA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91FC6-19AD-480E-8B25-3CF28C96D3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66911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F9784-19F4-4DDB-9A00-D78A39CF98CA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91FC6-19AD-480E-8B25-3CF28C96D3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3590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F9784-19F4-4DDB-9A00-D78A39CF98CA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91FC6-19AD-480E-8B25-3CF28C96D3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8111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F9784-19F4-4DDB-9A00-D78A39CF98CA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91FC6-19AD-480E-8B25-3CF28C96D3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6721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F9784-19F4-4DDB-9A00-D78A39CF98CA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91FC6-19AD-480E-8B25-3CF28C96D3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2495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F9784-19F4-4DDB-9A00-D78A39CF98CA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91FC6-19AD-480E-8B25-3CF28C96D3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75857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F9784-19F4-4DDB-9A00-D78A39CF98CA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91FC6-19AD-480E-8B25-3CF28C96D3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2664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F9784-19F4-4DDB-9A00-D78A39CF98CA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91FC6-19AD-480E-8B25-3CF28C96D3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957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CF9784-19F4-4DDB-9A00-D78A39CF98CA}" type="datetimeFigureOut">
              <a:rPr lang="en-GB" smtClean="0"/>
              <a:t>15/10/2026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291FC6-19AD-480E-8B25-3CF28C96D3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3866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image" Target="../media/image7.jpeg"/><Relationship Id="rId7" Type="http://schemas.openxmlformats.org/officeDocument/2006/relationships/image" Target="../media/image11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Relationship Id="rId9" Type="http://schemas.openxmlformats.org/officeDocument/2006/relationships/image" Target="../media/image13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eg"/><Relationship Id="rId3" Type="http://schemas.openxmlformats.org/officeDocument/2006/relationships/image" Target="../media/image14.jpeg"/><Relationship Id="rId7" Type="http://schemas.openxmlformats.org/officeDocument/2006/relationships/image" Target="../media/image1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jpeg"/><Relationship Id="rId9" Type="http://schemas.openxmlformats.org/officeDocument/2006/relationships/image" Target="../media/image20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jpeg"/><Relationship Id="rId13" Type="http://schemas.openxmlformats.org/officeDocument/2006/relationships/image" Target="../media/image32.jpeg"/><Relationship Id="rId3" Type="http://schemas.openxmlformats.org/officeDocument/2006/relationships/image" Target="../media/image22.jpeg"/><Relationship Id="rId7" Type="http://schemas.openxmlformats.org/officeDocument/2006/relationships/image" Target="../media/image26.jpeg"/><Relationship Id="rId12" Type="http://schemas.openxmlformats.org/officeDocument/2006/relationships/image" Target="../media/image31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jpeg"/><Relationship Id="rId11" Type="http://schemas.openxmlformats.org/officeDocument/2006/relationships/image" Target="../media/image30.jpeg"/><Relationship Id="rId5" Type="http://schemas.openxmlformats.org/officeDocument/2006/relationships/image" Target="../media/image24.jpeg"/><Relationship Id="rId15" Type="http://schemas.openxmlformats.org/officeDocument/2006/relationships/image" Target="../media/image34.jpeg"/><Relationship Id="rId10" Type="http://schemas.openxmlformats.org/officeDocument/2006/relationships/image" Target="../media/image29.jpeg"/><Relationship Id="rId4" Type="http://schemas.openxmlformats.org/officeDocument/2006/relationships/image" Target="../media/image23.jpeg"/><Relationship Id="rId9" Type="http://schemas.openxmlformats.org/officeDocument/2006/relationships/image" Target="../media/image28.jpeg"/><Relationship Id="rId14" Type="http://schemas.openxmlformats.org/officeDocument/2006/relationships/image" Target="../media/image33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jpeg"/><Relationship Id="rId3" Type="http://schemas.openxmlformats.org/officeDocument/2006/relationships/image" Target="../media/image36.jpeg"/><Relationship Id="rId7" Type="http://schemas.openxmlformats.org/officeDocument/2006/relationships/image" Target="../media/image40.jpe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jpeg"/><Relationship Id="rId11" Type="http://schemas.openxmlformats.org/officeDocument/2006/relationships/image" Target="../media/image44.jpeg"/><Relationship Id="rId5" Type="http://schemas.openxmlformats.org/officeDocument/2006/relationships/image" Target="../media/image38.jpeg"/><Relationship Id="rId10" Type="http://schemas.openxmlformats.org/officeDocument/2006/relationships/image" Target="../media/image43.jpeg"/><Relationship Id="rId4" Type="http://schemas.openxmlformats.org/officeDocument/2006/relationships/image" Target="../media/image37.jpeg"/><Relationship Id="rId9" Type="http://schemas.openxmlformats.org/officeDocument/2006/relationships/image" Target="../media/image42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jpeg"/><Relationship Id="rId3" Type="http://schemas.openxmlformats.org/officeDocument/2006/relationships/image" Target="../media/image46.jpeg"/><Relationship Id="rId7" Type="http://schemas.openxmlformats.org/officeDocument/2006/relationships/image" Target="../media/image50.jpeg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jpeg"/><Relationship Id="rId11" Type="http://schemas.openxmlformats.org/officeDocument/2006/relationships/image" Target="../media/image54.jpeg"/><Relationship Id="rId5" Type="http://schemas.openxmlformats.org/officeDocument/2006/relationships/image" Target="../media/image48.jpeg"/><Relationship Id="rId10" Type="http://schemas.openxmlformats.org/officeDocument/2006/relationships/image" Target="../media/image53.jpeg"/><Relationship Id="rId4" Type="http://schemas.openxmlformats.org/officeDocument/2006/relationships/image" Target="../media/image47.jpeg"/><Relationship Id="rId9" Type="http://schemas.openxmlformats.org/officeDocument/2006/relationships/image" Target="../media/image52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jpeg"/><Relationship Id="rId3" Type="http://schemas.openxmlformats.org/officeDocument/2006/relationships/image" Target="../media/image56.jpeg"/><Relationship Id="rId7" Type="http://schemas.openxmlformats.org/officeDocument/2006/relationships/image" Target="../media/image60.jpeg"/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jpeg"/><Relationship Id="rId5" Type="http://schemas.openxmlformats.org/officeDocument/2006/relationships/image" Target="../media/image58.jpeg"/><Relationship Id="rId4" Type="http://schemas.openxmlformats.org/officeDocument/2006/relationships/image" Target="../media/image57.jpeg"/><Relationship Id="rId9" Type="http://schemas.openxmlformats.org/officeDocument/2006/relationships/image" Target="../media/image62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jpeg"/><Relationship Id="rId3" Type="http://schemas.openxmlformats.org/officeDocument/2006/relationships/image" Target="../media/image64.jpeg"/><Relationship Id="rId7" Type="http://schemas.openxmlformats.org/officeDocument/2006/relationships/image" Target="../media/image68.jpeg"/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7.jpeg"/><Relationship Id="rId5" Type="http://schemas.openxmlformats.org/officeDocument/2006/relationships/image" Target="../media/image66.jpeg"/><Relationship Id="rId4" Type="http://schemas.openxmlformats.org/officeDocument/2006/relationships/image" Target="../media/image65.jpeg"/><Relationship Id="rId9" Type="http://schemas.openxmlformats.org/officeDocument/2006/relationships/image" Target="../media/image70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jpeg"/><Relationship Id="rId3" Type="http://schemas.openxmlformats.org/officeDocument/2006/relationships/image" Target="../media/image72.jpeg"/><Relationship Id="rId7" Type="http://schemas.openxmlformats.org/officeDocument/2006/relationships/image" Target="../media/image76.jpeg"/><Relationship Id="rId2" Type="http://schemas.openxmlformats.org/officeDocument/2006/relationships/image" Target="../media/image7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5.jpeg"/><Relationship Id="rId11" Type="http://schemas.openxmlformats.org/officeDocument/2006/relationships/image" Target="../media/image80.jpeg"/><Relationship Id="rId5" Type="http://schemas.openxmlformats.org/officeDocument/2006/relationships/image" Target="../media/image74.jpeg"/><Relationship Id="rId10" Type="http://schemas.openxmlformats.org/officeDocument/2006/relationships/image" Target="../media/image79.jpeg"/><Relationship Id="rId4" Type="http://schemas.openxmlformats.org/officeDocument/2006/relationships/image" Target="../media/image73.jpeg"/><Relationship Id="rId9" Type="http://schemas.openxmlformats.org/officeDocument/2006/relationships/image" Target="../media/image78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jpeg"/><Relationship Id="rId3" Type="http://schemas.openxmlformats.org/officeDocument/2006/relationships/image" Target="../media/image82.jpeg"/><Relationship Id="rId7" Type="http://schemas.openxmlformats.org/officeDocument/2006/relationships/image" Target="../media/image86.jpeg"/><Relationship Id="rId2" Type="http://schemas.openxmlformats.org/officeDocument/2006/relationships/image" Target="../media/image8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5.jpeg"/><Relationship Id="rId5" Type="http://schemas.openxmlformats.org/officeDocument/2006/relationships/image" Target="../media/image84.jpeg"/><Relationship Id="rId4" Type="http://schemas.openxmlformats.org/officeDocument/2006/relationships/image" Target="../media/image83.jpeg"/><Relationship Id="rId9" Type="http://schemas.openxmlformats.org/officeDocument/2006/relationships/image" Target="../media/image88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jpeg"/><Relationship Id="rId3" Type="http://schemas.openxmlformats.org/officeDocument/2006/relationships/image" Target="../media/image89.jpeg"/><Relationship Id="rId7" Type="http://schemas.openxmlformats.org/officeDocument/2006/relationships/image" Target="../media/image9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2.jpeg"/><Relationship Id="rId5" Type="http://schemas.openxmlformats.org/officeDocument/2006/relationships/image" Target="../media/image91.jpeg"/><Relationship Id="rId4" Type="http://schemas.openxmlformats.org/officeDocument/2006/relationships/image" Target="../media/image90.jpeg"/><Relationship Id="rId9" Type="http://schemas.openxmlformats.org/officeDocument/2006/relationships/image" Target="../media/image95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jpeg"/><Relationship Id="rId7" Type="http://schemas.openxmlformats.org/officeDocument/2006/relationships/image" Target="../media/image101.jpeg"/><Relationship Id="rId2" Type="http://schemas.openxmlformats.org/officeDocument/2006/relationships/image" Target="../media/image9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0.jpeg"/><Relationship Id="rId5" Type="http://schemas.openxmlformats.org/officeDocument/2006/relationships/image" Target="../media/image99.jpeg"/><Relationship Id="rId4" Type="http://schemas.openxmlformats.org/officeDocument/2006/relationships/image" Target="../media/image98.jpe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jpeg"/><Relationship Id="rId3" Type="http://schemas.openxmlformats.org/officeDocument/2006/relationships/image" Target="../media/image103.jpeg"/><Relationship Id="rId7" Type="http://schemas.openxmlformats.org/officeDocument/2006/relationships/image" Target="../media/image107.jpeg"/><Relationship Id="rId2" Type="http://schemas.openxmlformats.org/officeDocument/2006/relationships/image" Target="../media/image10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6.jpeg"/><Relationship Id="rId5" Type="http://schemas.openxmlformats.org/officeDocument/2006/relationships/image" Target="../media/image105.jpeg"/><Relationship Id="rId10" Type="http://schemas.openxmlformats.org/officeDocument/2006/relationships/image" Target="../media/image110.jpeg"/><Relationship Id="rId4" Type="http://schemas.openxmlformats.org/officeDocument/2006/relationships/image" Target="../media/image104.jpeg"/><Relationship Id="rId9" Type="http://schemas.openxmlformats.org/officeDocument/2006/relationships/image" Target="../media/image109.jpe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jpeg"/><Relationship Id="rId3" Type="http://schemas.openxmlformats.org/officeDocument/2006/relationships/image" Target="../media/image112.jpeg"/><Relationship Id="rId7" Type="http://schemas.openxmlformats.org/officeDocument/2006/relationships/image" Target="../media/image116.jpeg"/><Relationship Id="rId2" Type="http://schemas.openxmlformats.org/officeDocument/2006/relationships/image" Target="../media/image11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5.jpeg"/><Relationship Id="rId11" Type="http://schemas.openxmlformats.org/officeDocument/2006/relationships/image" Target="../media/image120.jpeg"/><Relationship Id="rId5" Type="http://schemas.openxmlformats.org/officeDocument/2006/relationships/image" Target="../media/image114.jpeg"/><Relationship Id="rId10" Type="http://schemas.openxmlformats.org/officeDocument/2006/relationships/image" Target="../media/image119.jpeg"/><Relationship Id="rId4" Type="http://schemas.openxmlformats.org/officeDocument/2006/relationships/image" Target="../media/image113.jpeg"/><Relationship Id="rId9" Type="http://schemas.openxmlformats.org/officeDocument/2006/relationships/image" Target="../media/image118.jpe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jpeg"/><Relationship Id="rId3" Type="http://schemas.openxmlformats.org/officeDocument/2006/relationships/image" Target="../media/image122.jpeg"/><Relationship Id="rId7" Type="http://schemas.openxmlformats.org/officeDocument/2006/relationships/image" Target="../media/image126.jpeg"/><Relationship Id="rId2" Type="http://schemas.openxmlformats.org/officeDocument/2006/relationships/image" Target="../media/image12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5.jpeg"/><Relationship Id="rId5" Type="http://schemas.openxmlformats.org/officeDocument/2006/relationships/image" Target="../media/image124.jpeg"/><Relationship Id="rId4" Type="http://schemas.openxmlformats.org/officeDocument/2006/relationships/image" Target="../media/image123.jpeg"/><Relationship Id="rId9" Type="http://schemas.openxmlformats.org/officeDocument/2006/relationships/image" Target="../media/image128.jpe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jpeg"/><Relationship Id="rId3" Type="http://schemas.openxmlformats.org/officeDocument/2006/relationships/image" Target="../media/image130.jpeg"/><Relationship Id="rId7" Type="http://schemas.openxmlformats.org/officeDocument/2006/relationships/image" Target="../media/image134.jpeg"/><Relationship Id="rId2" Type="http://schemas.openxmlformats.org/officeDocument/2006/relationships/image" Target="../media/image129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3.jpeg"/><Relationship Id="rId5" Type="http://schemas.openxmlformats.org/officeDocument/2006/relationships/image" Target="../media/image132.jpeg"/><Relationship Id="rId10" Type="http://schemas.openxmlformats.org/officeDocument/2006/relationships/image" Target="../media/image137.jpeg"/><Relationship Id="rId4" Type="http://schemas.openxmlformats.org/officeDocument/2006/relationships/image" Target="../media/image131.jpeg"/><Relationship Id="rId9" Type="http://schemas.openxmlformats.org/officeDocument/2006/relationships/image" Target="../media/image136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jpeg"/><Relationship Id="rId2" Type="http://schemas.openxmlformats.org/officeDocument/2006/relationships/image" Target="../media/image13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2.jpeg"/><Relationship Id="rId5" Type="http://schemas.openxmlformats.org/officeDocument/2006/relationships/image" Target="../media/image141.jpeg"/><Relationship Id="rId4" Type="http://schemas.openxmlformats.org/officeDocument/2006/relationships/image" Target="../media/image140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jpeg"/><Relationship Id="rId2" Type="http://schemas.openxmlformats.org/officeDocument/2006/relationships/image" Target="../media/image14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5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WhatsApp Image 2026-10-04 at 10.06.47 PM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7309" y="1245731"/>
            <a:ext cx="3657601" cy="531739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836" y="1758349"/>
            <a:ext cx="9144000" cy="2387600"/>
          </a:xfrm>
        </p:spPr>
        <p:txBody>
          <a:bodyPr>
            <a:noAutofit/>
          </a:bodyPr>
          <a:lstStyle/>
          <a:p>
            <a:r>
              <a:rPr lang="en-GB" sz="5400" b="1" dirty="0" smtClean="0">
                <a:solidFill>
                  <a:srgbClr val="002060"/>
                </a:solidFill>
              </a:rPr>
              <a:t>FRONT AREA BEAUTIFICATION  BEST OUT OF WASTE Self</a:t>
            </a:r>
            <a:br>
              <a:rPr lang="en-GB" sz="5400" b="1" dirty="0" smtClean="0">
                <a:solidFill>
                  <a:srgbClr val="002060"/>
                </a:solidFill>
              </a:rPr>
            </a:br>
            <a:r>
              <a:rPr lang="en-GB" sz="5400" b="1" dirty="0" smtClean="0">
                <a:solidFill>
                  <a:srgbClr val="002060"/>
                </a:solidFill>
              </a:rPr>
              <a:t>Initiative by Security Team </a:t>
            </a:r>
            <a:br>
              <a:rPr lang="en-GB" sz="5400" b="1" dirty="0" smtClean="0">
                <a:solidFill>
                  <a:srgbClr val="002060"/>
                </a:solidFill>
              </a:rPr>
            </a:br>
            <a:r>
              <a:rPr lang="en-GB" sz="5400" b="1" dirty="0" smtClean="0">
                <a:solidFill>
                  <a:srgbClr val="002060"/>
                </a:solidFill>
              </a:rPr>
              <a:t> </a:t>
            </a:r>
            <a:r>
              <a:rPr lang="en-GB" sz="5400" b="1" dirty="0" err="1" smtClean="0">
                <a:solidFill>
                  <a:srgbClr val="002060"/>
                </a:solidFill>
              </a:rPr>
              <a:t>Hubli</a:t>
            </a:r>
            <a:r>
              <a:rPr lang="en-GB" sz="5400" b="1" dirty="0" smtClean="0">
                <a:solidFill>
                  <a:srgbClr val="002060"/>
                </a:solidFill>
              </a:rPr>
              <a:t> IT Park</a:t>
            </a:r>
            <a:endParaRPr lang="en-GB" sz="54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627644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6-08-31 at 10.33.17 AM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964" y="1073012"/>
            <a:ext cx="3282536" cy="2674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WhatsApp Image 2026-08-31 at 10.34.41 AM"/>
          <p:cNvPicPr>
            <a:picLocks noGrp="1" noChangeAspect="1"/>
          </p:cNvPicPr>
          <p:nvPr isPhoto="1"/>
        </p:nvPicPr>
        <p:blipFill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6424" y="1073012"/>
            <a:ext cx="3660775" cy="2674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 descr="WhatsApp Image 2026-08-31 at 10.35.27 AM"/>
          <p:cNvPicPr>
            <a:picLocks noGrp="1" noChangeAspect="1"/>
          </p:cNvPicPr>
          <p:nvPr isPhoto="1"/>
        </p:nvPicPr>
        <p:blipFill>
          <a:blip r:embed="rId4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682" y="3988904"/>
            <a:ext cx="3247818" cy="2718994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WhatsApp Image 2026-08-31 at 10.35.28 AM"/>
          <p:cNvPicPr>
            <a:picLocks noGrp="1" noChangeAspect="1"/>
          </p:cNvPicPr>
          <p:nvPr isPhoto="1"/>
        </p:nvPicPr>
        <p:blipFill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6425" y="3978551"/>
            <a:ext cx="3660774" cy="2674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WhatsApp Image 2026-10-03 at 3.50.54 PM"/>
          <p:cNvPicPr>
            <a:picLocks noGrp="1" noChangeAspect="1"/>
          </p:cNvPicPr>
          <p:nvPr isPhoto="1"/>
        </p:nvPicPr>
        <p:blipFill>
          <a:blip r:embed="rId5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5574" y="1073012"/>
            <a:ext cx="4041775" cy="5634886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/>
          <p:cNvSpPr txBox="1"/>
          <p:nvPr/>
        </p:nvSpPr>
        <p:spPr>
          <a:xfrm>
            <a:off x="164006" y="242015"/>
            <a:ext cx="117679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 smtClean="0">
                <a:solidFill>
                  <a:srgbClr val="002060"/>
                </a:solidFill>
              </a:rPr>
              <a:t>ISSUE IDENTIFIED: The area in front of IT Park building was unclean and full of waste. People used to spit </a:t>
            </a:r>
            <a:r>
              <a:rPr lang="en-GB" sz="2400" b="1" dirty="0" err="1" smtClean="0">
                <a:solidFill>
                  <a:srgbClr val="002060"/>
                </a:solidFill>
              </a:rPr>
              <a:t>gutka</a:t>
            </a:r>
            <a:r>
              <a:rPr lang="en-GB" sz="2400" b="1" dirty="0" smtClean="0">
                <a:solidFill>
                  <a:srgbClr val="002060"/>
                </a:solidFill>
              </a:rPr>
              <a:t> and litter, affecting the beauty of the main building entrance.</a:t>
            </a:r>
            <a:endParaRPr lang="en-GB" sz="24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192046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5637" y="651164"/>
            <a:ext cx="11554690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3200" b="1" dirty="0" smtClean="0">
                <a:solidFill>
                  <a:srgbClr val="002060"/>
                </a:solidFill>
              </a:rPr>
              <a:t>ISSUE IDENTIFIED:</a:t>
            </a:r>
          </a:p>
          <a:p>
            <a:pPr algn="just"/>
            <a:r>
              <a:rPr lang="en-GB" sz="3200" dirty="0" smtClean="0">
                <a:solidFill>
                  <a:srgbClr val="002060"/>
                </a:solidFill>
              </a:rPr>
              <a:t>The area in front of IT Park building was unclean and full of waste. People used to spit </a:t>
            </a:r>
            <a:r>
              <a:rPr lang="en-GB" sz="3200" dirty="0" err="1" smtClean="0">
                <a:solidFill>
                  <a:srgbClr val="002060"/>
                </a:solidFill>
              </a:rPr>
              <a:t>gutka</a:t>
            </a:r>
            <a:r>
              <a:rPr lang="en-GB" sz="3200" dirty="0" smtClean="0">
                <a:solidFill>
                  <a:srgbClr val="002060"/>
                </a:solidFill>
              </a:rPr>
              <a:t> and litter, affecting the beauty of the main building entrance.</a:t>
            </a:r>
          </a:p>
          <a:p>
            <a:pPr algn="just"/>
            <a:r>
              <a:rPr lang="en-GB" sz="3200" b="1" dirty="0" smtClean="0">
                <a:solidFill>
                  <a:srgbClr val="002060"/>
                </a:solidFill>
              </a:rPr>
              <a:t>ACTION TAKEN:</a:t>
            </a:r>
          </a:p>
          <a:p>
            <a:pPr algn="just"/>
            <a:r>
              <a:rPr lang="en-GB" sz="3200" dirty="0" smtClean="0">
                <a:solidFill>
                  <a:srgbClr val="002060"/>
                </a:solidFill>
              </a:rPr>
              <a:t>Our Security Team voluntarily cleaned the entire area, removed waste and levelled the ground. Waste tiles were reused for flooring and saplings were planted to beautify the entrance.</a:t>
            </a:r>
          </a:p>
          <a:p>
            <a:pPr algn="just"/>
            <a:r>
              <a:rPr lang="en-GB" sz="3200" b="1" dirty="0" smtClean="0">
                <a:solidFill>
                  <a:srgbClr val="002060"/>
                </a:solidFill>
              </a:rPr>
              <a:t>RESULT:</a:t>
            </a:r>
          </a:p>
          <a:p>
            <a:pPr algn="just"/>
            <a:r>
              <a:rPr lang="en-GB" sz="3200" dirty="0" smtClean="0">
                <a:solidFill>
                  <a:srgbClr val="002060"/>
                </a:solidFill>
              </a:rPr>
              <a:t>Now the front area looks clean, neat and beautiful, improving the overall image of IT Park.</a:t>
            </a:r>
            <a:endParaRPr lang="en-GB" sz="32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854886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6-10-03 at 3.50.14 PM (1)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638" y="1503972"/>
            <a:ext cx="2902088" cy="2517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WhatsApp Image 2026-10-03 at 3.50.14 PM (2)"/>
          <p:cNvPicPr>
            <a:picLocks noGrp="1" noChangeAspect="1"/>
          </p:cNvPicPr>
          <p:nvPr isPhoto="1"/>
        </p:nvPicPr>
        <p:blipFill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9730" y="1503972"/>
            <a:ext cx="2902088" cy="2517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 descr="WhatsApp Image 2026-10-03 at 3.50.14 PM (3)"/>
          <p:cNvPicPr>
            <a:picLocks noGrp="1" noChangeAspect="1"/>
          </p:cNvPicPr>
          <p:nvPr isPhoto="1"/>
        </p:nvPicPr>
        <p:blipFill>
          <a:blip r:embed="rId4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638" y="4205759"/>
            <a:ext cx="2902088" cy="2517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WhatsApp Image 2026-10-03 at 3.50.14 PM"/>
          <p:cNvPicPr>
            <a:picLocks noGrp="1" noChangeAspect="1"/>
          </p:cNvPicPr>
          <p:nvPr isPhoto="1"/>
        </p:nvPicPr>
        <p:blipFill>
          <a:blip r:embed="rId5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9730" y="4205759"/>
            <a:ext cx="2902088" cy="2517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WhatsApp Image 2026-10-03 at 3.50.18 PM (2)"/>
          <p:cNvPicPr>
            <a:picLocks noGrp="1" noChangeAspect="1"/>
          </p:cNvPicPr>
          <p:nvPr isPhoto="1"/>
        </p:nvPicPr>
        <p:blipFill>
          <a:blip r:embed="rId6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4418" y="1503972"/>
            <a:ext cx="2902088" cy="2517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 descr="WhatsApp Image 2026-10-03 at 3.50.19 PM (1)"/>
          <p:cNvPicPr>
            <a:picLocks noGrp="1" noChangeAspect="1"/>
          </p:cNvPicPr>
          <p:nvPr isPhoto="1"/>
        </p:nvPicPr>
        <p:blipFill>
          <a:blip r:embed="rId7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4418" y="4205759"/>
            <a:ext cx="2902088" cy="2517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WhatsApp Image 2026-10-03 at 3.50.20 PM (1)"/>
          <p:cNvPicPr>
            <a:picLocks noGrp="1" noChangeAspect="1"/>
          </p:cNvPicPr>
          <p:nvPr isPhoto="1"/>
        </p:nvPicPr>
        <p:blipFill>
          <a:blip r:embed="rId8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5042" y="1503972"/>
            <a:ext cx="2835689" cy="2496528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 descr="WhatsApp Image 2026-10-03 at 3.50.21 PM"/>
          <p:cNvPicPr>
            <a:picLocks noGrp="1" noChangeAspect="1"/>
          </p:cNvPicPr>
          <p:nvPr isPhoto="1"/>
        </p:nvPicPr>
        <p:blipFill>
          <a:blip r:embed="rId9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3450" y="4227144"/>
            <a:ext cx="2827282" cy="2496528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187638" y="138545"/>
            <a:ext cx="11793093" cy="11637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11" name="TextBox 10"/>
          <p:cNvSpPr txBox="1"/>
          <p:nvPr/>
        </p:nvSpPr>
        <p:spPr>
          <a:xfrm>
            <a:off x="506292" y="249381"/>
            <a:ext cx="117930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 smtClean="0">
                <a:solidFill>
                  <a:srgbClr val="002060"/>
                </a:solidFill>
              </a:rPr>
              <a:t>Before: Unclean area with </a:t>
            </a:r>
            <a:r>
              <a:rPr lang="en-GB" sz="3600" b="1" dirty="0" err="1" smtClean="0">
                <a:solidFill>
                  <a:srgbClr val="002060"/>
                </a:solidFill>
              </a:rPr>
              <a:t>gutka</a:t>
            </a:r>
            <a:r>
              <a:rPr lang="en-GB" sz="3600" b="1" dirty="0" smtClean="0">
                <a:solidFill>
                  <a:srgbClr val="002060"/>
                </a:solidFill>
              </a:rPr>
              <a:t> stains &amp; waste</a:t>
            </a:r>
            <a:endParaRPr lang="en-GB" sz="36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0446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6-10-04 at 8.42.29 AM"/>
          <p:cNvPicPr>
            <a:picLocks noGrp="1" noChangeAspect="1"/>
          </p:cNvPicPr>
          <p:nvPr isPhoto="1"/>
        </p:nvPicPr>
        <p:blipFill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18" y="789709"/>
            <a:ext cx="204014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WhatsApp Image 2026-10-04 at 8.42.31 AM (1)"/>
          <p:cNvPicPr>
            <a:picLocks noGrp="1" noChangeAspect="1"/>
          </p:cNvPicPr>
          <p:nvPr isPhoto="1"/>
        </p:nvPicPr>
        <p:blipFill>
          <a:blip r:embed="rId4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5882" y="789709"/>
            <a:ext cx="4441136" cy="594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 descr="WhatsApp Image 2026-10-04 at 9.59.02 AM (1)"/>
          <p:cNvPicPr>
            <a:picLocks noGrp="1" noChangeAspect="1"/>
          </p:cNvPicPr>
          <p:nvPr isPhoto="1"/>
        </p:nvPicPr>
        <p:blipFill>
          <a:blip r:embed="rId5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1907" y="3875809"/>
            <a:ext cx="1948448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WhatsApp Image 2026-10-04 at 9.59.02 AM"/>
          <p:cNvPicPr>
            <a:picLocks noGrp="1" noChangeAspect="1"/>
          </p:cNvPicPr>
          <p:nvPr isPhoto="1"/>
        </p:nvPicPr>
        <p:blipFill>
          <a:blip r:embed="rId6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2544" y="789709"/>
            <a:ext cx="255934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WhatsApp Image 2026-10-03 at 9.59.38 PM (1)"/>
          <p:cNvPicPr>
            <a:picLocks noGrp="1" noChangeAspect="1"/>
          </p:cNvPicPr>
          <p:nvPr isPhoto="1"/>
        </p:nvPicPr>
        <p:blipFill>
          <a:blip r:embed="rId7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1907" y="789709"/>
            <a:ext cx="1948448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WhatsApp Image 2026-10-04 at 9.59.11 AM (1)"/>
          <p:cNvPicPr>
            <a:picLocks noGrp="1" noChangeAspect="1"/>
          </p:cNvPicPr>
          <p:nvPr isPhoto="1"/>
        </p:nvPicPr>
        <p:blipFill>
          <a:blip r:embed="rId8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18" y="3875809"/>
            <a:ext cx="204014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 descr="WhatsApp Image 2026-10-04 at 9.59.11 AM"/>
          <p:cNvPicPr>
            <a:picLocks noGrp="1" noChangeAspect="1"/>
          </p:cNvPicPr>
          <p:nvPr isPhoto="1"/>
        </p:nvPicPr>
        <p:blipFill>
          <a:blip r:embed="rId9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2545" y="3875809"/>
            <a:ext cx="255934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/>
          <p:cNvSpPr txBox="1"/>
          <p:nvPr/>
        </p:nvSpPr>
        <p:spPr>
          <a:xfrm>
            <a:off x="506292" y="143378"/>
            <a:ext cx="117930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 smtClean="0">
                <a:solidFill>
                  <a:srgbClr val="002060"/>
                </a:solidFill>
              </a:rPr>
              <a:t>Cleaning in Progress by Security  and Housekeeping Team</a:t>
            </a:r>
            <a:endParaRPr lang="en-GB" sz="36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817895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6-08-31 at 10.35.29 AM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17" y="845132"/>
            <a:ext cx="160655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WhatsApp Image 2026-10-03 at 3.51.15 PM (2)"/>
          <p:cNvPicPr>
            <a:picLocks noGrp="1" noChangeAspect="1"/>
          </p:cNvPicPr>
          <p:nvPr isPhoto="1"/>
        </p:nvPicPr>
        <p:blipFill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2248" y="845132"/>
            <a:ext cx="160655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 descr="WhatsApp Image 2026-10-03 at 3.51.16 PM"/>
          <p:cNvPicPr>
            <a:picLocks noGrp="1" noChangeAspect="1"/>
          </p:cNvPicPr>
          <p:nvPr isPhoto="1"/>
        </p:nvPicPr>
        <p:blipFill>
          <a:blip r:embed="rId4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2248" y="3764972"/>
            <a:ext cx="160655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 descr="WhatsApp Image 2026-10-04 at 11.21.59 PM (1)"/>
          <p:cNvPicPr>
            <a:picLocks noGrp="1" noChangeAspect="1"/>
          </p:cNvPicPr>
          <p:nvPr isPhoto="1"/>
        </p:nvPicPr>
        <p:blipFill>
          <a:blip r:embed="rId5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3281" y="845132"/>
            <a:ext cx="160655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 descr="WhatsApp Image 2026-10-04 at 11.21.59 PM"/>
          <p:cNvPicPr>
            <a:picLocks noGrp="1" noChangeAspect="1"/>
          </p:cNvPicPr>
          <p:nvPr isPhoto="1"/>
        </p:nvPicPr>
        <p:blipFill>
          <a:blip r:embed="rId6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17" y="3764972"/>
            <a:ext cx="160655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 descr="WhatsApp Image 2026-10-04 at 8.42.26 AM (2)"/>
          <p:cNvPicPr>
            <a:picLocks noGrp="1" noChangeAspect="1"/>
          </p:cNvPicPr>
          <p:nvPr isPhoto="1"/>
        </p:nvPicPr>
        <p:blipFill>
          <a:blip r:embed="rId7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3282" y="3764972"/>
            <a:ext cx="160655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12" descr="WhatsApp Image 2026-10-03 at 3.50.15 PM (1)"/>
          <p:cNvPicPr>
            <a:picLocks noGrp="1" noChangeAspect="1"/>
          </p:cNvPicPr>
          <p:nvPr isPhoto="1"/>
        </p:nvPicPr>
        <p:blipFill>
          <a:blip r:embed="rId8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8169" y="845132"/>
            <a:ext cx="160655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13" descr="WhatsApp Image 2026-10-03 at 3.50.15 PM (2)"/>
          <p:cNvPicPr>
            <a:picLocks noGrp="1" noChangeAspect="1"/>
          </p:cNvPicPr>
          <p:nvPr isPhoto="1"/>
        </p:nvPicPr>
        <p:blipFill>
          <a:blip r:embed="rId9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8882" y="845132"/>
            <a:ext cx="160655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Picture 14" descr="WhatsApp Image 2026-10-03 at 3.50.15 PM"/>
          <p:cNvPicPr>
            <a:picLocks noGrp="1" noChangeAspect="1"/>
          </p:cNvPicPr>
          <p:nvPr isPhoto="1"/>
        </p:nvPicPr>
        <p:blipFill>
          <a:blip r:embed="rId10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8169" y="3764972"/>
            <a:ext cx="160655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Picture 15" descr="WhatsApp Image 2026-10-03 at 3.50.16 PM (1)"/>
          <p:cNvPicPr>
            <a:picLocks noGrp="1" noChangeAspect="1"/>
          </p:cNvPicPr>
          <p:nvPr isPhoto="1"/>
        </p:nvPicPr>
        <p:blipFill>
          <a:blip r:embed="rId11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8882" y="3764972"/>
            <a:ext cx="160655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Picture 16" descr="WhatsApp Image 2026-10-03 at 3.50.16 PM (2)"/>
          <p:cNvPicPr>
            <a:picLocks noGrp="1" noChangeAspect="1"/>
          </p:cNvPicPr>
          <p:nvPr isPhoto="1"/>
        </p:nvPicPr>
        <p:blipFill>
          <a:blip r:embed="rId1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1704" y="845132"/>
            <a:ext cx="160655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Picture 17" descr="WhatsApp Image 2026-10-03 at 3.50.16 PM"/>
          <p:cNvPicPr>
            <a:picLocks noGrp="1" noChangeAspect="1"/>
          </p:cNvPicPr>
          <p:nvPr isPhoto="1"/>
        </p:nvPicPr>
        <p:blipFill>
          <a:blip r:embed="rId1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7625" y="845132"/>
            <a:ext cx="160655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Picture 18" descr="WhatsApp Image 2026-10-03 at 3.50.17 PM (1)"/>
          <p:cNvPicPr>
            <a:picLocks noGrp="1" noChangeAspect="1"/>
          </p:cNvPicPr>
          <p:nvPr isPhoto="1"/>
        </p:nvPicPr>
        <p:blipFill>
          <a:blip r:embed="rId14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1704" y="3764972"/>
            <a:ext cx="160655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Picture 19" descr="WhatsApp Image 2026-10-03 at 3.50.17 PM (2)"/>
          <p:cNvPicPr>
            <a:picLocks noGrp="1" noChangeAspect="1"/>
          </p:cNvPicPr>
          <p:nvPr isPhoto="1"/>
        </p:nvPicPr>
        <p:blipFill>
          <a:blip r:embed="rId15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7625" y="3764972"/>
            <a:ext cx="160655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Rectangle 20"/>
          <p:cNvSpPr/>
          <p:nvPr/>
        </p:nvSpPr>
        <p:spPr>
          <a:xfrm>
            <a:off x="2830982" y="137246"/>
            <a:ext cx="642092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4000" b="1" dirty="0" smtClean="0">
                <a:solidFill>
                  <a:srgbClr val="002060"/>
                </a:solidFill>
              </a:rPr>
              <a:t>Levelling &amp; Preparation Work</a:t>
            </a:r>
            <a:endParaRPr lang="en-GB" sz="40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12506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6-10-04 at 9.59.12 AM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805" y="457200"/>
            <a:ext cx="216405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WhatsApp Image 2026-10-04 at 9.59.15 AM"/>
          <p:cNvPicPr>
            <a:picLocks noGrp="1" noChangeAspect="1"/>
          </p:cNvPicPr>
          <p:nvPr isPhoto="1"/>
        </p:nvPicPr>
        <p:blipFill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4455" y="457200"/>
            <a:ext cx="2351253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WhatsApp Image 2026-10-04 at 9.59.18 AM"/>
          <p:cNvPicPr>
            <a:picLocks noGrp="1" noChangeAspect="1"/>
          </p:cNvPicPr>
          <p:nvPr isPhoto="1"/>
        </p:nvPicPr>
        <p:blipFill>
          <a:blip r:embed="rId4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805" y="3584864"/>
            <a:ext cx="216405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WhatsApp Image 2026-10-04 at 9.59.20 AM (1)"/>
          <p:cNvPicPr>
            <a:picLocks noGrp="1" noChangeAspect="1"/>
          </p:cNvPicPr>
          <p:nvPr isPhoto="1"/>
        </p:nvPicPr>
        <p:blipFill>
          <a:blip r:embed="rId5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8945" y="457200"/>
            <a:ext cx="2202873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 descr="WhatsApp Image 2026-10-04 at 9.59.20 AM"/>
          <p:cNvPicPr>
            <a:picLocks noGrp="1" noChangeAspect="1"/>
          </p:cNvPicPr>
          <p:nvPr isPhoto="1"/>
        </p:nvPicPr>
        <p:blipFill>
          <a:blip r:embed="rId6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5055" y="457200"/>
            <a:ext cx="2202873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WhatsApp Image 2026-10-04 at 9.59.22 AM"/>
          <p:cNvPicPr>
            <a:picLocks noGrp="1" noChangeAspect="1"/>
          </p:cNvPicPr>
          <p:nvPr isPhoto="1"/>
        </p:nvPicPr>
        <p:blipFill>
          <a:blip r:embed="rId7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8945" y="3543300"/>
            <a:ext cx="2202873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 descr="WhatsApp Image 2026-10-04 at 9.59.03 AM"/>
          <p:cNvPicPr>
            <a:picLocks noGrp="1" noChangeAspect="1"/>
          </p:cNvPicPr>
          <p:nvPr isPhoto="1"/>
        </p:nvPicPr>
        <p:blipFill>
          <a:blip r:embed="rId8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4455" y="3543300"/>
            <a:ext cx="2351253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 descr="WhatsApp Image 2026-10-03 at 9.59.38 PM"/>
          <p:cNvPicPr>
            <a:picLocks noGrp="1" noChangeAspect="1"/>
          </p:cNvPicPr>
          <p:nvPr isPhoto="1"/>
        </p:nvPicPr>
        <p:blipFill>
          <a:blip r:embed="rId9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2640" y="3543300"/>
            <a:ext cx="193925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 descr="WhatsApp Image 2026-10-03 at 9.59.37 PM (2)"/>
          <p:cNvPicPr>
            <a:picLocks noGrp="1" noChangeAspect="1"/>
          </p:cNvPicPr>
          <p:nvPr isPhoto="1"/>
        </p:nvPicPr>
        <p:blipFill>
          <a:blip r:embed="rId10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2641" y="457200"/>
            <a:ext cx="193925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5055" y="3543300"/>
            <a:ext cx="2202873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62610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6-10-04 at 9.59.26 AM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918" y="249382"/>
            <a:ext cx="214312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WhatsApp Image 2026-10-04 at 9.59.28 AM"/>
          <p:cNvPicPr>
            <a:picLocks noGrp="1" noChangeAspect="1"/>
          </p:cNvPicPr>
          <p:nvPr isPhoto="1"/>
        </p:nvPicPr>
        <p:blipFill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3956" y="249382"/>
            <a:ext cx="214312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 descr="WhatsApp Image 2026-10-04 at 9.59.33 AM (1)"/>
          <p:cNvPicPr>
            <a:picLocks noGrp="1" noChangeAspect="1"/>
          </p:cNvPicPr>
          <p:nvPr isPhoto="1"/>
        </p:nvPicPr>
        <p:blipFill>
          <a:blip r:embed="rId4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919" y="3335482"/>
            <a:ext cx="214312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WhatsApp Image 2026-10-04 at 9.59.33 AM"/>
          <p:cNvPicPr>
            <a:picLocks noGrp="1" noChangeAspect="1"/>
          </p:cNvPicPr>
          <p:nvPr isPhoto="1"/>
        </p:nvPicPr>
        <p:blipFill>
          <a:blip r:embed="rId5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3956" y="3335482"/>
            <a:ext cx="214312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WhatsApp Image 2026-10-04 at 9.59.34 AM"/>
          <p:cNvPicPr>
            <a:picLocks noGrp="1" noChangeAspect="1"/>
          </p:cNvPicPr>
          <p:nvPr isPhoto="1"/>
        </p:nvPicPr>
        <p:blipFill>
          <a:blip r:embed="rId6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5919" y="249382"/>
            <a:ext cx="214312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 descr="WhatsApp Image 2026-10-04 at 9.59.35 AM (1)"/>
          <p:cNvPicPr>
            <a:picLocks noGrp="1" noChangeAspect="1"/>
          </p:cNvPicPr>
          <p:nvPr isPhoto="1"/>
        </p:nvPicPr>
        <p:blipFill>
          <a:blip r:embed="rId7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9956" y="249382"/>
            <a:ext cx="214312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WhatsApp Image 2026-10-04 at 9.59.35 AM (2)"/>
          <p:cNvPicPr>
            <a:picLocks noGrp="1" noChangeAspect="1"/>
          </p:cNvPicPr>
          <p:nvPr isPhoto="1"/>
        </p:nvPicPr>
        <p:blipFill>
          <a:blip r:embed="rId8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5918" y="3335482"/>
            <a:ext cx="214312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 descr="WhatsApp Image 2026-10-04 at 9.59.35 AM"/>
          <p:cNvPicPr>
            <a:picLocks noGrp="1" noChangeAspect="1"/>
          </p:cNvPicPr>
          <p:nvPr isPhoto="1"/>
        </p:nvPicPr>
        <p:blipFill>
          <a:blip r:embed="rId9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9956" y="3335482"/>
            <a:ext cx="214312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 descr="WhatsApp Image 2026-10-04 at 9.59.05 AM"/>
          <p:cNvPicPr>
            <a:picLocks noGrp="1" noChangeAspect="1"/>
          </p:cNvPicPr>
          <p:nvPr isPhoto="1"/>
        </p:nvPicPr>
        <p:blipFill>
          <a:blip r:embed="rId10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7955" y="249382"/>
            <a:ext cx="2143126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 descr="WhatsApp Image 2026-10-04 at 11.22.04 PM (1)"/>
          <p:cNvPicPr>
            <a:picLocks noGrp="1" noChangeAspect="1"/>
          </p:cNvPicPr>
          <p:nvPr isPhoto="1"/>
        </p:nvPicPr>
        <p:blipFill>
          <a:blip r:embed="rId11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7956" y="3335482"/>
            <a:ext cx="2143125" cy="2857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9270796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WhatsApp Image 2026-10-04 at 10.06.48 PM (1)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872" y="3349336"/>
            <a:ext cx="2411989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WhatsApp Image 2026-10-04 at 10.06.48 PM (2)"/>
          <p:cNvPicPr>
            <a:picLocks noGrp="1" noChangeAspect="1"/>
          </p:cNvPicPr>
          <p:nvPr isPhoto="1"/>
        </p:nvPicPr>
        <p:blipFill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2815" y="3349336"/>
            <a:ext cx="2644631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WhatsApp Image 2026-10-04 at 10.06.48 PM"/>
          <p:cNvPicPr>
            <a:picLocks noGrp="1" noChangeAspect="1"/>
          </p:cNvPicPr>
          <p:nvPr isPhoto="1"/>
        </p:nvPicPr>
        <p:blipFill>
          <a:blip r:embed="rId4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2816" y="263236"/>
            <a:ext cx="2644631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WhatsApp Image 2026-10-04 at 10.06.43 PM"/>
          <p:cNvPicPr>
            <a:picLocks noGrp="1" noChangeAspect="1"/>
          </p:cNvPicPr>
          <p:nvPr isPhoto="1"/>
        </p:nvPicPr>
        <p:blipFill>
          <a:blip r:embed="rId5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284" y="263236"/>
            <a:ext cx="2644631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 descr="WhatsApp Image 2026-10-04 at 10.06.45 PM (1)"/>
          <p:cNvPicPr>
            <a:picLocks noGrp="1" noChangeAspect="1"/>
          </p:cNvPicPr>
          <p:nvPr isPhoto="1"/>
        </p:nvPicPr>
        <p:blipFill>
          <a:blip r:embed="rId6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6400" y="263236"/>
            <a:ext cx="2644631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 descr="WhatsApp Image 2026-10-04 at 10.06.45 PM (2)"/>
          <p:cNvPicPr>
            <a:picLocks noGrp="1" noChangeAspect="1"/>
          </p:cNvPicPr>
          <p:nvPr isPhoto="1"/>
        </p:nvPicPr>
        <p:blipFill>
          <a:blip r:embed="rId7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284" y="3349336"/>
            <a:ext cx="2644631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 descr="WhatsApp Image 2026-10-04 at 10.06.45 PM"/>
          <p:cNvPicPr>
            <a:picLocks noGrp="1" noChangeAspect="1"/>
          </p:cNvPicPr>
          <p:nvPr isPhoto="1"/>
        </p:nvPicPr>
        <p:blipFill>
          <a:blip r:embed="rId8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6400" y="3349336"/>
            <a:ext cx="2644631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 descr="WhatsApp Image 2026-10-04 at 10.06.35 PM (1)"/>
          <p:cNvPicPr>
            <a:picLocks noGrp="1" noChangeAspect="1"/>
          </p:cNvPicPr>
          <p:nvPr isPhoto="1"/>
        </p:nvPicPr>
        <p:blipFill>
          <a:blip r:embed="rId9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871" y="263236"/>
            <a:ext cx="2411989" cy="2857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5826954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6-10-03 at 3.50.18 PM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714" y="1316181"/>
            <a:ext cx="2676669" cy="2483428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 descr="WhatsApp Image 2026-10-03 at 3.50.19 PM (2)"/>
          <p:cNvPicPr>
            <a:picLocks noGrp="1" noChangeAspect="1"/>
          </p:cNvPicPr>
          <p:nvPr isPhoto="1"/>
        </p:nvPicPr>
        <p:blipFill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714" y="3917372"/>
            <a:ext cx="2676668" cy="248342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WhatsApp Image 2026-10-03 at 3.50.19 PM"/>
          <p:cNvPicPr>
            <a:picLocks noGrp="1" noChangeAspect="1"/>
          </p:cNvPicPr>
          <p:nvPr isPhoto="1"/>
        </p:nvPicPr>
        <p:blipFill>
          <a:blip r:embed="rId4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2753" y="1316181"/>
            <a:ext cx="2746376" cy="2483428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WhatsApp Image 2026-10-03 at 3.50.35 PM (1)"/>
          <p:cNvPicPr>
            <a:picLocks noGrp="1" noChangeAspect="1"/>
          </p:cNvPicPr>
          <p:nvPr isPhoto="1"/>
        </p:nvPicPr>
        <p:blipFill>
          <a:blip r:embed="rId5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6220" y="1316181"/>
            <a:ext cx="2521527" cy="2483428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 descr="WhatsApp Image 2026-10-03 at 3.50.42 PM (1)"/>
          <p:cNvPicPr>
            <a:picLocks noGrp="1" noChangeAspect="1"/>
          </p:cNvPicPr>
          <p:nvPr isPhoto="1"/>
        </p:nvPicPr>
        <p:blipFill>
          <a:blip r:embed="rId6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2751" y="3917372"/>
            <a:ext cx="2746376" cy="2483428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WhatsApp Image 2026-10-03 at 3.50.17 PM"/>
          <p:cNvPicPr>
            <a:picLocks noGrp="1" noChangeAspect="1"/>
          </p:cNvPicPr>
          <p:nvPr isPhoto="1"/>
        </p:nvPicPr>
        <p:blipFill>
          <a:blip r:embed="rId7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7473" y="3917372"/>
            <a:ext cx="2510271" cy="2483428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 descr="WhatsApp Image 2026-10-03 at 3.50.18 PM (1)"/>
          <p:cNvPicPr>
            <a:picLocks noGrp="1" noChangeAspect="1"/>
          </p:cNvPicPr>
          <p:nvPr isPhoto="1"/>
        </p:nvPicPr>
        <p:blipFill>
          <a:blip r:embed="rId8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0148" y="1316181"/>
            <a:ext cx="2920017" cy="24834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 descr="WhatsApp Image 2026-10-03 at 3.50.18 PM (3)"/>
          <p:cNvPicPr>
            <a:picLocks noGrp="1" noChangeAspect="1"/>
          </p:cNvPicPr>
          <p:nvPr isPhoto="1"/>
        </p:nvPicPr>
        <p:blipFill>
          <a:blip r:embed="rId9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0146" y="3986645"/>
            <a:ext cx="2920017" cy="248342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Rectangle 10"/>
          <p:cNvSpPr/>
          <p:nvPr/>
        </p:nvSpPr>
        <p:spPr>
          <a:xfrm>
            <a:off x="1767567" y="253167"/>
            <a:ext cx="918136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3600" b="1" dirty="0" smtClean="0">
                <a:solidFill>
                  <a:srgbClr val="002060"/>
                </a:solidFill>
              </a:rPr>
              <a:t>Plants Planted and Protected Using Waste Tiles</a:t>
            </a:r>
            <a:endParaRPr lang="en-GB" sz="36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819780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6-10-03 at 3.50.33 PM (3)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457200"/>
            <a:ext cx="181494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WhatsApp Image 2026-10-03 at 3.50.34 PM (1)"/>
          <p:cNvPicPr>
            <a:picLocks noGrp="1" noChangeAspect="1"/>
          </p:cNvPicPr>
          <p:nvPr isPhoto="1"/>
        </p:nvPicPr>
        <p:blipFill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9188" y="457200"/>
            <a:ext cx="160655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 descr="WhatsApp Image 2026-10-03 at 3.50.34 PM (2)"/>
          <p:cNvPicPr>
            <a:picLocks noGrp="1" noChangeAspect="1"/>
          </p:cNvPicPr>
          <p:nvPr isPhoto="1"/>
        </p:nvPicPr>
        <p:blipFill>
          <a:blip r:embed="rId4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9024" y="3543300"/>
            <a:ext cx="1789257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WhatsApp Image 2026-10-03 at 3.50.34 PM"/>
          <p:cNvPicPr>
            <a:picLocks noGrp="1" noChangeAspect="1"/>
          </p:cNvPicPr>
          <p:nvPr isPhoto="1"/>
        </p:nvPicPr>
        <p:blipFill>
          <a:blip r:embed="rId5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9188" y="3543300"/>
            <a:ext cx="160655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WhatsApp Image 2026-10-03 at 3.50.20 PM"/>
          <p:cNvPicPr>
            <a:picLocks noGrp="1" noChangeAspect="1"/>
          </p:cNvPicPr>
          <p:nvPr isPhoto="1"/>
        </p:nvPicPr>
        <p:blipFill>
          <a:blip r:embed="rId6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5245" y="3543300"/>
            <a:ext cx="3758623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WhatsApp Image 2026-10-03 at 3.49.53 PM (1)"/>
          <p:cNvPicPr>
            <a:picLocks noGrp="1" noChangeAspect="1"/>
          </p:cNvPicPr>
          <p:nvPr isPhoto="1"/>
        </p:nvPicPr>
        <p:blipFill>
          <a:blip r:embed="rId7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3833" y="457200"/>
            <a:ext cx="1691121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 descr="WhatsApp Image 2026-10-03 at 3.49.53 PM"/>
          <p:cNvPicPr>
            <a:picLocks noGrp="1" noChangeAspect="1"/>
          </p:cNvPicPr>
          <p:nvPr isPhoto="1"/>
        </p:nvPicPr>
        <p:blipFill>
          <a:blip r:embed="rId8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3411682"/>
            <a:ext cx="181494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 descr="WhatsApp Image 2026-10-03 at 3.49.54 PM (2)"/>
          <p:cNvPicPr>
            <a:picLocks noGrp="1" noChangeAspect="1"/>
          </p:cNvPicPr>
          <p:nvPr isPhoto="1"/>
        </p:nvPicPr>
        <p:blipFill>
          <a:blip r:embed="rId9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3833" y="3543300"/>
            <a:ext cx="1691121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 descr="WhatsApp Image 2026-10-03 at 9.59.31 PM (1)"/>
          <p:cNvPicPr>
            <a:picLocks noGrp="1" noChangeAspect="1"/>
          </p:cNvPicPr>
          <p:nvPr isPhoto="1"/>
        </p:nvPicPr>
        <p:blipFill>
          <a:blip r:embed="rId10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9025" y="457200"/>
            <a:ext cx="1789257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13" descr="WhatsApp Image 2026-10-03 at 3.51.13 PM (1)"/>
          <p:cNvPicPr>
            <a:picLocks noGrp="1" noChangeAspect="1"/>
          </p:cNvPicPr>
          <p:nvPr isPhoto="1"/>
        </p:nvPicPr>
        <p:blipFill>
          <a:blip r:embed="rId11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2515" y="457200"/>
            <a:ext cx="3758623" cy="2857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7702337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6-10-03 at 3.50.41 PM (1)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8361" y="346363"/>
            <a:ext cx="283967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 descr="WhatsApp Image 2026-10-03 at 3.50.41 PM (2)"/>
          <p:cNvPicPr>
            <a:picLocks noGrp="1" noChangeAspect="1"/>
          </p:cNvPicPr>
          <p:nvPr isPhoto="1"/>
        </p:nvPicPr>
        <p:blipFill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957" y="3432463"/>
            <a:ext cx="266801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12" descr="WhatsApp Image 2026-10-03 at 3.51.14 PM (2)"/>
          <p:cNvPicPr>
            <a:picLocks noGrp="1" noChangeAspect="1"/>
          </p:cNvPicPr>
          <p:nvPr isPhoto="1"/>
        </p:nvPicPr>
        <p:blipFill>
          <a:blip r:embed="rId4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7663" y="3432463"/>
            <a:ext cx="266801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13" descr="WhatsApp Image 2026-10-03 at 3.51.14 PM"/>
          <p:cNvPicPr>
            <a:picLocks noGrp="1" noChangeAspect="1"/>
          </p:cNvPicPr>
          <p:nvPr isPhoto="1"/>
        </p:nvPicPr>
        <p:blipFill>
          <a:blip r:embed="rId5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8361" y="3432463"/>
            <a:ext cx="283967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Picture 14" descr="WhatsApp Image 2026-10-03 at 3.51.15 PM (1)"/>
          <p:cNvPicPr>
            <a:picLocks noGrp="1" noChangeAspect="1"/>
          </p:cNvPicPr>
          <p:nvPr isPhoto="1"/>
        </p:nvPicPr>
        <p:blipFill>
          <a:blip r:embed="rId6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3709" y="346363"/>
            <a:ext cx="283967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Picture 15" descr="WhatsApp Image 2026-10-03 at 3.51.15 PM"/>
          <p:cNvPicPr>
            <a:picLocks noGrp="1" noChangeAspect="1"/>
          </p:cNvPicPr>
          <p:nvPr isPhoto="1"/>
        </p:nvPicPr>
        <p:blipFill>
          <a:blip r:embed="rId7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7663" y="346363"/>
            <a:ext cx="266801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Picture 16" descr="WhatsApp Image 2026-10-03 at 3.50.45 PM"/>
          <p:cNvPicPr>
            <a:picLocks noGrp="1" noChangeAspect="1"/>
          </p:cNvPicPr>
          <p:nvPr isPhoto="1"/>
        </p:nvPicPr>
        <p:blipFill>
          <a:blip r:embed="rId8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3709" y="3432463"/>
            <a:ext cx="283967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Picture 18" descr="WhatsApp Image 2026-10-03 at 9.59.31 PM"/>
          <p:cNvPicPr>
            <a:picLocks noGrp="1" noChangeAspect="1"/>
          </p:cNvPicPr>
          <p:nvPr isPhoto="1"/>
        </p:nvPicPr>
        <p:blipFill>
          <a:blip r:embed="rId9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958" y="346363"/>
            <a:ext cx="2668010" cy="2857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975728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6-10-03 at 3.50.44 PM (1)"/>
          <p:cNvPicPr>
            <a:picLocks noGrp="1" noChangeAspect="1"/>
          </p:cNvPicPr>
          <p:nvPr isPhoto="1"/>
        </p:nvPicPr>
        <p:blipFill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9363" y="872835"/>
            <a:ext cx="2061588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 descr="WhatsApp Image 2026-10-03 at 3.50.44 PM (2)"/>
          <p:cNvPicPr>
            <a:picLocks noGrp="1" noChangeAspect="1"/>
          </p:cNvPicPr>
          <p:nvPr isPhoto="1"/>
        </p:nvPicPr>
        <p:blipFill>
          <a:blip r:embed="rId4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273" y="3832513"/>
            <a:ext cx="3672608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WhatsApp Image 2026-10-03 at 3.50.44 PM"/>
          <p:cNvPicPr>
            <a:picLocks noGrp="1" noChangeAspect="1"/>
          </p:cNvPicPr>
          <p:nvPr isPhoto="1"/>
        </p:nvPicPr>
        <p:blipFill>
          <a:blip r:embed="rId5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6854" y="3832513"/>
            <a:ext cx="3540846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WhatsApp Image 2026-10-03 at 3.50.51 PM (1)"/>
          <p:cNvPicPr>
            <a:picLocks noGrp="1" noChangeAspect="1"/>
          </p:cNvPicPr>
          <p:nvPr isPhoto="1"/>
        </p:nvPicPr>
        <p:blipFill>
          <a:blip r:embed="rId6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273" y="872835"/>
            <a:ext cx="3672608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 descr="WhatsApp Image 2026-10-03 at 3.50.51 PM"/>
          <p:cNvPicPr>
            <a:picLocks noGrp="1" noChangeAspect="1"/>
          </p:cNvPicPr>
          <p:nvPr isPhoto="1"/>
        </p:nvPicPr>
        <p:blipFill>
          <a:blip r:embed="rId7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4928" y="872835"/>
            <a:ext cx="224443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WhatsApp Image 2026-10-03 at 3.50.52 PM (1)"/>
          <p:cNvPicPr>
            <a:picLocks noGrp="1" noChangeAspect="1"/>
          </p:cNvPicPr>
          <p:nvPr isPhoto="1"/>
        </p:nvPicPr>
        <p:blipFill>
          <a:blip r:embed="rId8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9752" y="872835"/>
            <a:ext cx="3557948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 descr="WhatsApp Image 2026-10-03 at 3.50.52 PM"/>
          <p:cNvPicPr>
            <a:picLocks noGrp="1" noChangeAspect="1"/>
          </p:cNvPicPr>
          <p:nvPr isPhoto="1"/>
        </p:nvPicPr>
        <p:blipFill>
          <a:blip r:embed="rId9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0109" y="3832513"/>
            <a:ext cx="4227944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Rectangle 9"/>
          <p:cNvSpPr/>
          <p:nvPr/>
        </p:nvSpPr>
        <p:spPr>
          <a:xfrm>
            <a:off x="1723020" y="0"/>
            <a:ext cx="9125575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2800" b="1" dirty="0" smtClean="0">
                <a:solidFill>
                  <a:srgbClr val="002060"/>
                </a:solidFill>
              </a:rPr>
              <a:t>BEST OUT OF WASTE - FLOORING WORK</a:t>
            </a:r>
          </a:p>
          <a:p>
            <a:pPr algn="ctr"/>
            <a:r>
              <a:rPr lang="en-GB" sz="2800" b="1" dirty="0" smtClean="0">
                <a:solidFill>
                  <a:srgbClr val="002060"/>
                </a:solidFill>
              </a:rPr>
              <a:t>Waste Tiles Reused for Lobby-1 &amp; Lobby-2 Entrance Flooring</a:t>
            </a:r>
            <a:endParaRPr lang="en-GB" sz="28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622819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6-10-03 at 6.45.05 PM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527" y="845128"/>
            <a:ext cx="2508972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WhatsApp Image 2026-10-03 at 9.59.13 PM"/>
          <p:cNvPicPr>
            <a:picLocks noGrp="1" noChangeAspect="1"/>
          </p:cNvPicPr>
          <p:nvPr isPhoto="1"/>
        </p:nvPicPr>
        <p:blipFill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6837" y="845128"/>
            <a:ext cx="2508972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 descr="WhatsApp Image 2026-10-03 at 9.59.20 PM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527" y="3820391"/>
            <a:ext cx="2508972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WhatsApp Image 2026-10-03 at 9.59.26 PM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6837" y="3820391"/>
            <a:ext cx="2508972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WhatsApp Image 2026-10-03 at 9.59.32 PM"/>
          <p:cNvPicPr>
            <a:picLocks noGrp="1" noChangeAspect="1"/>
          </p:cNvPicPr>
          <p:nvPr isPhoto="1"/>
        </p:nvPicPr>
        <p:blipFill>
          <a:blip r:embed="rId4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4310" y="845128"/>
            <a:ext cx="2508972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 descr="WhatsApp Image 2026-10-03 at 9.59.34 PM (1)"/>
          <p:cNvPicPr>
            <a:picLocks noGrp="1" noChangeAspect="1"/>
          </p:cNvPicPr>
          <p:nvPr isPhoto="1"/>
        </p:nvPicPr>
        <p:blipFill>
          <a:blip r:embed="rId5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5455" y="845128"/>
            <a:ext cx="2508972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WhatsApp Image 2026-10-03 at 9.59.34 PM (2)"/>
          <p:cNvPicPr>
            <a:picLocks noGrp="1" noChangeAspect="1"/>
          </p:cNvPicPr>
          <p:nvPr isPhoto="1"/>
        </p:nvPicPr>
        <p:blipFill>
          <a:blip r:embed="rId6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4310" y="3820391"/>
            <a:ext cx="2508972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 descr="WhatsApp Image 2026-10-03 at 9.59.34 PM"/>
          <p:cNvPicPr>
            <a:picLocks noGrp="1" noChangeAspect="1"/>
          </p:cNvPicPr>
          <p:nvPr isPhoto="1"/>
        </p:nvPicPr>
        <p:blipFill>
          <a:blip r:embed="rId7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5455" y="3820391"/>
            <a:ext cx="2508972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616527" y="14131"/>
            <a:ext cx="111875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 smtClean="0">
                <a:solidFill>
                  <a:srgbClr val="002060"/>
                </a:solidFill>
              </a:rPr>
              <a:t>RESOURCE COLLECTION FROM TERRACE </a:t>
            </a:r>
          </a:p>
          <a:p>
            <a:pPr algn="ctr"/>
            <a:r>
              <a:rPr lang="en-GB" sz="2400" b="1" dirty="0" smtClean="0">
                <a:solidFill>
                  <a:srgbClr val="002060"/>
                </a:solidFill>
              </a:rPr>
              <a:t>Security Team Bringing Waste Tiles from Terrace for Reuse</a:t>
            </a:r>
            <a:endParaRPr lang="en-GB" sz="24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632263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6-10-03 at 9.59.28 PM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4760" y="734291"/>
            <a:ext cx="1965548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WhatsApp Image 2026-10-03 at 9.59.30 PM"/>
          <p:cNvPicPr>
            <a:picLocks noGrp="1" noChangeAspect="1"/>
          </p:cNvPicPr>
          <p:nvPr isPhoto="1"/>
        </p:nvPicPr>
        <p:blipFill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2301" y="716973"/>
            <a:ext cx="1963736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WhatsApp Image 2026-10-04 at 10.06.47 PM (1)"/>
          <p:cNvPicPr>
            <a:picLocks noGrp="1" noChangeAspect="1"/>
          </p:cNvPicPr>
          <p:nvPr isPhoto="1"/>
        </p:nvPicPr>
        <p:blipFill>
          <a:blip r:embed="rId4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2538" y="734291"/>
            <a:ext cx="3722017" cy="5926282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WhatsApp Image 2026-10-03 at 9.59.35 PM (1)"/>
          <p:cNvPicPr>
            <a:picLocks noGrp="1" noChangeAspect="1"/>
          </p:cNvPicPr>
          <p:nvPr isPhoto="1"/>
        </p:nvPicPr>
        <p:blipFill>
          <a:blip r:embed="rId5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508" y="3803073"/>
            <a:ext cx="1965548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 descr="WhatsApp Image 2026-10-03 at 9.59.35 PM (2)"/>
          <p:cNvPicPr>
            <a:picLocks noGrp="1" noChangeAspect="1"/>
          </p:cNvPicPr>
          <p:nvPr isPhoto="1"/>
        </p:nvPicPr>
        <p:blipFill>
          <a:blip r:embed="rId6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82" y="716973"/>
            <a:ext cx="1965548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 descr="WhatsApp Image 2026-10-03 at 9.59.35 PM"/>
          <p:cNvPicPr>
            <a:picLocks noGrp="1" noChangeAspect="1"/>
          </p:cNvPicPr>
          <p:nvPr isPhoto="1"/>
        </p:nvPicPr>
        <p:blipFill>
          <a:blip r:embed="rId7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4760" y="3818659"/>
            <a:ext cx="1965548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 descr="WhatsApp Image 2026-10-03 at 9.59.36 PM"/>
          <p:cNvPicPr>
            <a:picLocks noGrp="1" noChangeAspect="1"/>
          </p:cNvPicPr>
          <p:nvPr isPhoto="1"/>
        </p:nvPicPr>
        <p:blipFill>
          <a:blip r:embed="rId8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2300" y="3803073"/>
            <a:ext cx="1963737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 descr="WhatsApp Image 2026-10-03 at 9.59.36 PM (2)"/>
          <p:cNvPicPr>
            <a:picLocks noGrp="1" noChangeAspect="1"/>
          </p:cNvPicPr>
          <p:nvPr isPhoto="1"/>
        </p:nvPicPr>
        <p:blipFill>
          <a:blip r:embed="rId9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5383" y="716973"/>
            <a:ext cx="214312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12" descr="WhatsApp Image 2026-10-03 at 9.59.37 PM (1)"/>
          <p:cNvPicPr>
            <a:picLocks noGrp="1" noChangeAspect="1"/>
          </p:cNvPicPr>
          <p:nvPr isPhoto="1"/>
        </p:nvPicPr>
        <p:blipFill>
          <a:blip r:embed="rId10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5383" y="3803073"/>
            <a:ext cx="2143125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extBox 13"/>
          <p:cNvSpPr txBox="1"/>
          <p:nvPr/>
        </p:nvSpPr>
        <p:spPr>
          <a:xfrm>
            <a:off x="616527" y="14131"/>
            <a:ext cx="111875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 smtClean="0">
                <a:solidFill>
                  <a:srgbClr val="002060"/>
                </a:solidFill>
              </a:rPr>
              <a:t>WASTE TILES SHIFTED FROM TERRACE TO GROUND FLOOR</a:t>
            </a:r>
          </a:p>
          <a:p>
            <a:pPr algn="ctr"/>
            <a:r>
              <a:rPr lang="en-GB" sz="2400" b="1" dirty="0" smtClean="0">
                <a:solidFill>
                  <a:srgbClr val="002060"/>
                </a:solidFill>
              </a:rPr>
              <a:t>By Security Team for Reuse at Lobby-1 &amp; Lobby-2</a:t>
            </a:r>
            <a:endParaRPr lang="en-GB" sz="24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703654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6-10-03 at 3.50.46 PM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134" y="858982"/>
            <a:ext cx="160655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WhatsApp Image 2026-10-03 at 3.50.47 PM (1)"/>
          <p:cNvPicPr>
            <a:picLocks noGrp="1" noChangeAspect="1"/>
          </p:cNvPicPr>
          <p:nvPr isPhoto="1"/>
        </p:nvPicPr>
        <p:blipFill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4352" y="858982"/>
            <a:ext cx="160655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 descr="WhatsApp Image 2026-10-03 at 3.50.47 PM"/>
          <p:cNvPicPr>
            <a:picLocks noGrp="1" noChangeAspect="1"/>
          </p:cNvPicPr>
          <p:nvPr isPhoto="1"/>
        </p:nvPicPr>
        <p:blipFill>
          <a:blip r:embed="rId4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134" y="3820391"/>
            <a:ext cx="160655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WhatsApp Image 2026-10-03 at 3.50.48 PM"/>
          <p:cNvPicPr>
            <a:picLocks noGrp="1" noChangeAspect="1"/>
          </p:cNvPicPr>
          <p:nvPr isPhoto="1"/>
        </p:nvPicPr>
        <p:blipFill>
          <a:blip r:embed="rId5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4352" y="3820391"/>
            <a:ext cx="160655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WhatsApp Image 2026-10-03 at 3.50.49 PM (1)"/>
          <p:cNvPicPr>
            <a:picLocks noGrp="1" noChangeAspect="1"/>
          </p:cNvPicPr>
          <p:nvPr isPhoto="1"/>
        </p:nvPicPr>
        <p:blipFill>
          <a:blip r:embed="rId6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0370" y="858982"/>
            <a:ext cx="160655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 descr="WhatsApp Image 2026-10-03 at 3.50.49 PM"/>
          <p:cNvPicPr>
            <a:picLocks noGrp="1" noChangeAspect="1"/>
          </p:cNvPicPr>
          <p:nvPr isPhoto="1"/>
        </p:nvPicPr>
        <p:blipFill>
          <a:blip r:embed="rId7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1588" y="858982"/>
            <a:ext cx="160655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WhatsApp Image 2026-10-03 at 3.50.50 PM (1)"/>
          <p:cNvPicPr>
            <a:picLocks noGrp="1" noChangeAspect="1"/>
          </p:cNvPicPr>
          <p:nvPr isPhoto="1"/>
        </p:nvPicPr>
        <p:blipFill>
          <a:blip r:embed="rId8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0370" y="3820391"/>
            <a:ext cx="160655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 descr="WhatsApp Image 2026-10-03 at 3.50.50 PM"/>
          <p:cNvPicPr>
            <a:picLocks noGrp="1" noChangeAspect="1"/>
          </p:cNvPicPr>
          <p:nvPr isPhoto="1"/>
        </p:nvPicPr>
        <p:blipFill>
          <a:blip r:embed="rId9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1588" y="3820391"/>
            <a:ext cx="160655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 descr="WhatsApp Image 2026-10-03 at 3.50.46 PM (2)"/>
          <p:cNvPicPr>
            <a:picLocks noGrp="1" noChangeAspect="1"/>
          </p:cNvPicPr>
          <p:nvPr isPhoto="1"/>
        </p:nvPicPr>
        <p:blipFill>
          <a:blip r:embed="rId10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7606" y="858982"/>
            <a:ext cx="460606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 descr="WhatsApp Image 2026-10-03 at 3.50.46 PM (1)"/>
          <p:cNvPicPr>
            <a:picLocks noGrp="1" noChangeAspect="1"/>
          </p:cNvPicPr>
          <p:nvPr isPhoto="1"/>
        </p:nvPicPr>
        <p:blipFill>
          <a:blip r:embed="rId11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7606" y="3820391"/>
            <a:ext cx="460606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Box 11"/>
          <p:cNvSpPr txBox="1"/>
          <p:nvPr/>
        </p:nvSpPr>
        <p:spPr>
          <a:xfrm>
            <a:off x="536863" y="62346"/>
            <a:ext cx="111875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 smtClean="0">
                <a:solidFill>
                  <a:srgbClr val="002060"/>
                </a:solidFill>
              </a:rPr>
              <a:t>Waste Tiles Reused for Flooring at Lobby-1 &amp; Lobby-2 Entrance</a:t>
            </a:r>
            <a:endParaRPr lang="en-GB" sz="32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250128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6-10-04 at 10.06.36 PM (1)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218" y="845127"/>
            <a:ext cx="2751428" cy="2788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WhatsApp Image 2026-10-04 at 10.06.36 PM"/>
          <p:cNvPicPr>
            <a:picLocks noGrp="1" noChangeAspect="1"/>
          </p:cNvPicPr>
          <p:nvPr isPhoto="1"/>
        </p:nvPicPr>
        <p:blipFill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7618" y="845127"/>
            <a:ext cx="2751428" cy="2788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 descr="WhatsApp Image 2026-10-04 at 10.06.37 PM"/>
          <p:cNvPicPr>
            <a:picLocks noGrp="1" noChangeAspect="1"/>
          </p:cNvPicPr>
          <p:nvPr isPhoto="1"/>
        </p:nvPicPr>
        <p:blipFill>
          <a:blip r:embed="rId4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218" y="3931227"/>
            <a:ext cx="2751428" cy="2788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WhatsApp Image 2026-10-04 at 10.06.38 PM"/>
          <p:cNvPicPr>
            <a:picLocks noGrp="1" noChangeAspect="1"/>
          </p:cNvPicPr>
          <p:nvPr isPhoto="1"/>
        </p:nvPicPr>
        <p:blipFill>
          <a:blip r:embed="rId5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7618" y="3931227"/>
            <a:ext cx="2751428" cy="2788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WhatsApp Image 2026-10-04 at 10.06.40 PM"/>
          <p:cNvPicPr>
            <a:picLocks noGrp="1" noChangeAspect="1"/>
          </p:cNvPicPr>
          <p:nvPr isPhoto="1"/>
        </p:nvPicPr>
        <p:blipFill>
          <a:blip r:embed="rId6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2691" y="845127"/>
            <a:ext cx="2751428" cy="2788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 descr="WhatsApp Image 2026-10-04 at 10.06.41 PM (1)"/>
          <p:cNvPicPr>
            <a:picLocks noGrp="1" noChangeAspect="1"/>
          </p:cNvPicPr>
          <p:nvPr isPhoto="1"/>
        </p:nvPicPr>
        <p:blipFill>
          <a:blip r:embed="rId7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0091" y="845127"/>
            <a:ext cx="2751428" cy="2788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WhatsApp Image 2026-10-04 at 10.06.41 PM"/>
          <p:cNvPicPr>
            <a:picLocks noGrp="1" noChangeAspect="1"/>
          </p:cNvPicPr>
          <p:nvPr isPhoto="1"/>
        </p:nvPicPr>
        <p:blipFill>
          <a:blip r:embed="rId8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2691" y="3931227"/>
            <a:ext cx="2751428" cy="2788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 descr="WhatsApp Image 2026-10-04 at 10.06.42 PM"/>
          <p:cNvPicPr>
            <a:picLocks noGrp="1" noChangeAspect="1"/>
          </p:cNvPicPr>
          <p:nvPr isPhoto="1"/>
        </p:nvPicPr>
        <p:blipFill>
          <a:blip r:embed="rId9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0091" y="3931227"/>
            <a:ext cx="2751428" cy="2788226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616527" y="14131"/>
            <a:ext cx="111875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 smtClean="0">
                <a:solidFill>
                  <a:srgbClr val="002060"/>
                </a:solidFill>
              </a:rPr>
              <a:t>BEAUTIFICATION WITH PROTECTION </a:t>
            </a:r>
          </a:p>
          <a:p>
            <a:pPr algn="ctr"/>
            <a:r>
              <a:rPr lang="en-GB" sz="2400" b="1" dirty="0" smtClean="0">
                <a:solidFill>
                  <a:srgbClr val="002060"/>
                </a:solidFill>
              </a:rPr>
              <a:t>Flooring Work Along with Plantation &amp; Tile Protection for Saplings at Front Side</a:t>
            </a:r>
            <a:endParaRPr lang="en-GB" sz="24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740996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6-10-04 at 11.21.56 PM (1)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6194" y="1014846"/>
            <a:ext cx="1769630" cy="278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WhatsApp Image 2026-10-04 at 11.21.56 PM"/>
          <p:cNvPicPr>
            <a:picLocks noGrp="1" noChangeAspect="1"/>
          </p:cNvPicPr>
          <p:nvPr isPhoto="1"/>
        </p:nvPicPr>
        <p:blipFill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7654" y="1014846"/>
            <a:ext cx="1769631" cy="2781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 descr="WhatsApp Image 2026-10-04 at 11.21.57 PM (1)"/>
          <p:cNvPicPr>
            <a:picLocks noGrp="1" noChangeAspect="1"/>
          </p:cNvPicPr>
          <p:nvPr isPhoto="1"/>
        </p:nvPicPr>
        <p:blipFill>
          <a:blip r:embed="rId4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2135" y="3948545"/>
            <a:ext cx="1769630" cy="2687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WhatsApp Image 2026-10-04 at 11.21.57 PM"/>
          <p:cNvPicPr>
            <a:picLocks noGrp="1" noChangeAspect="1"/>
          </p:cNvPicPr>
          <p:nvPr isPhoto="1"/>
        </p:nvPicPr>
        <p:blipFill>
          <a:blip r:embed="rId5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7654" y="3948546"/>
            <a:ext cx="1769631" cy="2687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WhatsApp Image 2026-10-04 at 11.21.48 PM"/>
          <p:cNvPicPr>
            <a:picLocks noGrp="1" noChangeAspect="1"/>
          </p:cNvPicPr>
          <p:nvPr isPhoto="1"/>
        </p:nvPicPr>
        <p:blipFill>
          <a:blip r:embed="rId6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8018" y="1014846"/>
            <a:ext cx="1769631" cy="2781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 descr="WhatsApp Image 2026-10-04 at 11.21.49 PM"/>
          <p:cNvPicPr>
            <a:picLocks noGrp="1" noChangeAspect="1"/>
          </p:cNvPicPr>
          <p:nvPr isPhoto="1"/>
        </p:nvPicPr>
        <p:blipFill>
          <a:blip r:embed="rId7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098" y="3948545"/>
            <a:ext cx="1961752" cy="2687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WhatsApp Image 2026-10-04 at 11.21.50 PM"/>
          <p:cNvPicPr>
            <a:picLocks noGrp="1" noChangeAspect="1"/>
          </p:cNvPicPr>
          <p:nvPr isPhoto="1"/>
        </p:nvPicPr>
        <p:blipFill>
          <a:blip r:embed="rId8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8018" y="3948546"/>
            <a:ext cx="1769631" cy="2687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 descr="WhatsApp Image 2026-10-04 at 11.21.58 PM"/>
          <p:cNvPicPr>
            <a:picLocks noGrp="1" noChangeAspect="1"/>
          </p:cNvPicPr>
          <p:nvPr isPhoto="1"/>
        </p:nvPicPr>
        <p:blipFill>
          <a:blip r:embed="rId9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5829" y="1014846"/>
            <a:ext cx="3701905" cy="56214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 descr="WhatsApp Image 2026-10-03 at 3.50.45 PM (1)"/>
          <p:cNvPicPr>
            <a:picLocks noGrp="1" noChangeAspect="1"/>
          </p:cNvPicPr>
          <p:nvPr isPhoto="1"/>
        </p:nvPicPr>
        <p:blipFill>
          <a:blip r:embed="rId10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158" y="1014846"/>
            <a:ext cx="1961751" cy="278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Rectangle 12"/>
          <p:cNvSpPr/>
          <p:nvPr/>
        </p:nvSpPr>
        <p:spPr>
          <a:xfrm>
            <a:off x="1553993" y="-91662"/>
            <a:ext cx="9125575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2800" b="1" dirty="0" smtClean="0">
                <a:solidFill>
                  <a:srgbClr val="002060"/>
                </a:solidFill>
              </a:rPr>
              <a:t>BEST OUT OF WASTE - FLOORING WORK</a:t>
            </a:r>
          </a:p>
          <a:p>
            <a:pPr algn="ctr"/>
            <a:r>
              <a:rPr lang="en-GB" sz="2800" b="1" dirty="0" smtClean="0">
                <a:solidFill>
                  <a:srgbClr val="002060"/>
                </a:solidFill>
              </a:rPr>
              <a:t>Waste Tiles Reused for Lobby-1 &amp; Lobby-2 Entrance Flooring</a:t>
            </a:r>
            <a:endParaRPr lang="en-GB" sz="28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057313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6-10-04 at 11.21.54 PM (1)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768" y="1027377"/>
            <a:ext cx="4269941" cy="2705098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WhatsApp Image 2026-10-04 at 11.21.54 PM (2)"/>
          <p:cNvPicPr>
            <a:picLocks noGrp="1" noChangeAspect="1"/>
          </p:cNvPicPr>
          <p:nvPr isPhoto="1"/>
        </p:nvPicPr>
        <p:blipFill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4584" y="1027377"/>
            <a:ext cx="4269941" cy="2705098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 descr="WhatsApp Image 2026-10-04 at 11.21.55 PM (1)"/>
          <p:cNvPicPr>
            <a:picLocks noGrp="1" noChangeAspect="1"/>
          </p:cNvPicPr>
          <p:nvPr isPhoto="1"/>
        </p:nvPicPr>
        <p:blipFill>
          <a:blip r:embed="rId4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768" y="3938154"/>
            <a:ext cx="4269941" cy="270509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WhatsApp Image 2026-10-04 at 11.21.55 PM"/>
          <p:cNvPicPr>
            <a:picLocks noGrp="1" noChangeAspect="1"/>
          </p:cNvPicPr>
          <p:nvPr isPhoto="1"/>
        </p:nvPicPr>
        <p:blipFill>
          <a:blip r:embed="rId5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4584" y="3938154"/>
            <a:ext cx="4269941" cy="270509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 5"/>
          <p:cNvSpPr/>
          <p:nvPr/>
        </p:nvSpPr>
        <p:spPr>
          <a:xfrm>
            <a:off x="606859" y="196380"/>
            <a:ext cx="1095057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400" b="1" dirty="0" smtClean="0">
                <a:solidFill>
                  <a:srgbClr val="002060"/>
                </a:solidFill>
              </a:rPr>
              <a:t>SUSTAINABLE INITIATIVE: WASTE TILES REUSED Flooring Work Completed at </a:t>
            </a:r>
          </a:p>
          <a:p>
            <a:pPr algn="ctr"/>
            <a:r>
              <a:rPr lang="en-GB" sz="2400" b="1" dirty="0" smtClean="0">
                <a:solidFill>
                  <a:srgbClr val="002060"/>
                </a:solidFill>
              </a:rPr>
              <a:t>Lobby-1 &amp; Lobby-2 Entrance by Security Team</a:t>
            </a:r>
            <a:endParaRPr lang="en-GB" sz="2400" b="1" dirty="0">
              <a:solidFill>
                <a:srgbClr val="002060"/>
              </a:solidFill>
            </a:endParaRPr>
          </a:p>
        </p:txBody>
      </p:sp>
      <p:pic>
        <p:nvPicPr>
          <p:cNvPr id="7" name="Picture 6" descr="WhatsApp Image 2026-10-04 at 10.06.45 PM (2)"/>
          <p:cNvPicPr>
            <a:picLocks noGrp="1" noChangeAspect="1"/>
          </p:cNvPicPr>
          <p:nvPr isPhoto="1"/>
        </p:nvPicPr>
        <p:blipFill>
          <a:blip r:embed="rId6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9709" y="1027376"/>
            <a:ext cx="2964875" cy="56158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1816211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963" y="1219199"/>
            <a:ext cx="4364182" cy="551410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8145" y="1219197"/>
            <a:ext cx="4294909" cy="551410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06859" y="196380"/>
            <a:ext cx="1095057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400" b="1">
                <a:solidFill>
                  <a:srgbClr val="002060"/>
                </a:solidFill>
              </a:rPr>
              <a:t>SUSTAINABLE INITIATIVE: WASTE TILES REUSED Flooring Work Completed at Lobby-1 &amp; Lobby-2 Entrance and front footpath area with planted by Security Team</a:t>
            </a:r>
            <a:endParaRPr lang="en-GB" sz="2400" b="1" dirty="0">
              <a:solidFill>
                <a:srgbClr val="00206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3054" y="1219197"/>
            <a:ext cx="3228109" cy="5514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0180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6983" y="2405959"/>
            <a:ext cx="10515600" cy="1325563"/>
          </a:xfrm>
        </p:spPr>
        <p:txBody>
          <a:bodyPr/>
          <a:lstStyle/>
          <a:p>
            <a:pPr algn="ctr"/>
            <a:r>
              <a:rPr lang="en-GB" b="1" dirty="0" smtClean="0">
                <a:solidFill>
                  <a:srgbClr val="002060"/>
                </a:solidFill>
              </a:rPr>
              <a:t>THANK YOU FOR WATCHING </a:t>
            </a:r>
            <a:endParaRPr lang="en-GB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754372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169</TotalTime>
  <Words>295</Words>
  <Application>Microsoft Office PowerPoint</Application>
  <PresentationFormat>Widescreen</PresentationFormat>
  <Paragraphs>29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Theme</vt:lpstr>
      <vt:lpstr>FRONT AREA BEAUTIFICATION  BEST OUT OF WASTE Self Initiative by Security Team   Hubli IT Park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FOR WATCHING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FRONT AREA BEAUTIFICATION  BEST OUT OF WASTE Self Initiative by Security Team   Hubli IT Park</dc:title>
  <dc:creator>itp</dc:creator>
  <cp:lastModifiedBy>itp</cp:lastModifiedBy>
  <cp:revision>7</cp:revision>
  <dcterms:created xsi:type="dcterms:W3CDTF">2026-10-06T06:12:22Z</dcterms:created>
  <dcterms:modified xsi:type="dcterms:W3CDTF">2026-10-15T07:56:26Z</dcterms:modified>
</cp:coreProperties>
</file>
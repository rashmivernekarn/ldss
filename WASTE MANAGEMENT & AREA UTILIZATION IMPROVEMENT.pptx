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77" r:id="rId8"/>
    <p:sldId id="271" r:id="rId9"/>
    <p:sldId id="272" r:id="rId10"/>
    <p:sldId id="290" r:id="rId11"/>
    <p:sldId id="281" r:id="rId12"/>
    <p:sldId id="282" r:id="rId13"/>
    <p:sldId id="283" r:id="rId14"/>
    <p:sldId id="291" r:id="rId15"/>
    <p:sldId id="289" r:id="rId16"/>
  </p:sldIdLst>
  <p:sldSz cx="12192000" cy="6858000"/>
  <p:notesSz cx="6858000" cy="9144000"/>
  <p:photoAlbum layout="2pic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63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185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29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229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24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590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783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869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642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4008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5220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4221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40B75-16A2-46A8-9791-DAEEDCACFCC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F21D1C-0179-4D4E-8F58-E464AEC082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2645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3" Type="http://schemas.openxmlformats.org/officeDocument/2006/relationships/image" Target="../media/image15.jpeg"/><Relationship Id="rId7" Type="http://schemas.openxmlformats.org/officeDocument/2006/relationships/image" Target="../media/image19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Relationship Id="rId9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jpeg"/><Relationship Id="rId4" Type="http://schemas.openxmlformats.org/officeDocument/2006/relationships/image" Target="../media/image29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5791" y="3375232"/>
            <a:ext cx="9144000" cy="2387600"/>
          </a:xfrm>
        </p:spPr>
        <p:txBody>
          <a:bodyPr>
            <a:noAutofit/>
          </a:bodyPr>
          <a:lstStyle/>
          <a:p>
            <a:r>
              <a:rPr lang="en-GB" sz="4400" b="1" dirty="0" smtClean="0">
                <a:solidFill>
                  <a:srgbClr val="002060"/>
                </a:solidFill>
              </a:rPr>
              <a:t>WASTE MANAGEMENT &amp; AREA UTILIZATION IMPROVEMENT</a:t>
            </a:r>
            <a:br>
              <a:rPr lang="en-GB" sz="4400" b="1" dirty="0" smtClean="0">
                <a:solidFill>
                  <a:srgbClr val="002060"/>
                </a:solidFill>
              </a:rPr>
            </a:br>
            <a:r>
              <a:rPr lang="en-GB" sz="4400" b="1" dirty="0" smtClean="0">
                <a:solidFill>
                  <a:srgbClr val="002060"/>
                </a:solidFill>
              </a:rPr>
              <a:t>HUBLI IT PARK</a:t>
            </a:r>
            <a:br>
              <a:rPr lang="en-GB" sz="4400" b="1" dirty="0" smtClean="0">
                <a:solidFill>
                  <a:srgbClr val="002060"/>
                </a:solidFill>
              </a:rPr>
            </a:br>
            <a:r>
              <a:rPr lang="en-GB" sz="4400" b="1" dirty="0" smtClean="0">
                <a:solidFill>
                  <a:srgbClr val="002060"/>
                </a:solidFill>
              </a:rPr>
              <a:t/>
            </a:r>
            <a:br>
              <a:rPr lang="en-GB" sz="4400" b="1" dirty="0" smtClean="0">
                <a:solidFill>
                  <a:srgbClr val="002060"/>
                </a:solidFill>
              </a:rPr>
            </a:br>
            <a:r>
              <a:rPr lang="en-GB" sz="4400" b="1" dirty="0" smtClean="0">
                <a:solidFill>
                  <a:srgbClr val="002060"/>
                </a:solidFill>
              </a:rPr>
              <a:t>Conversion of Garbage Dumping Area</a:t>
            </a:r>
            <a:br>
              <a:rPr lang="en-GB" sz="4400" b="1" dirty="0" smtClean="0">
                <a:solidFill>
                  <a:srgbClr val="002060"/>
                </a:solidFill>
              </a:rPr>
            </a:br>
            <a:r>
              <a:rPr lang="en-GB" sz="4400" b="1" dirty="0" smtClean="0">
                <a:solidFill>
                  <a:srgbClr val="002060"/>
                </a:solidFill>
              </a:rPr>
              <a:t>into Sitting &amp; Parking Space</a:t>
            </a:r>
            <a:br>
              <a:rPr lang="en-GB" sz="4400" b="1" dirty="0" smtClean="0">
                <a:solidFill>
                  <a:srgbClr val="002060"/>
                </a:solidFill>
              </a:rPr>
            </a:br>
            <a:r>
              <a:rPr lang="en-GB" sz="4400" b="1" dirty="0" smtClean="0">
                <a:solidFill>
                  <a:srgbClr val="002060"/>
                </a:solidFill>
              </a:rPr>
              <a:t/>
            </a:r>
            <a:br>
              <a:rPr lang="en-GB" sz="4400" b="1" dirty="0" smtClean="0">
                <a:solidFill>
                  <a:srgbClr val="002060"/>
                </a:solidFill>
              </a:rPr>
            </a:br>
            <a:r>
              <a:rPr lang="en-GB" sz="4400" b="1" dirty="0" smtClean="0">
                <a:solidFill>
                  <a:srgbClr val="002060"/>
                </a:solidFill>
              </a:rPr>
              <a:t>A Initiative by Security Team</a:t>
            </a:r>
            <a:endParaRPr lang="en-GB" sz="44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81820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5530"/>
            <a:ext cx="10515600" cy="5991433"/>
          </a:xfrm>
        </p:spPr>
        <p:txBody>
          <a:bodyPr>
            <a:normAutofit lnSpcReduction="10000"/>
          </a:bodyPr>
          <a:lstStyle/>
          <a:p>
            <a:r>
              <a:rPr lang="en-GB" b="1" dirty="0" smtClean="0">
                <a:solidFill>
                  <a:srgbClr val="002060"/>
                </a:solidFill>
              </a:rPr>
              <a:t>ISSUE IDENTIFIED:</a:t>
            </a:r>
          </a:p>
          <a:p>
            <a:r>
              <a:rPr lang="en-GB" dirty="0" smtClean="0">
                <a:solidFill>
                  <a:srgbClr val="002060"/>
                </a:solidFill>
              </a:rPr>
              <a:t>The area was previously filled with garbage waste and unusable. It was causing unhygienic conditions and unpleasant smell.</a:t>
            </a:r>
          </a:p>
          <a:p>
            <a:r>
              <a:rPr lang="en-GB" b="1" dirty="0" smtClean="0">
                <a:solidFill>
                  <a:srgbClr val="002060"/>
                </a:solidFill>
              </a:rPr>
              <a:t>ACTION TAKEN:</a:t>
            </a:r>
          </a:p>
          <a:p>
            <a:r>
              <a:rPr lang="en-GB" dirty="0" smtClean="0">
                <a:solidFill>
                  <a:srgbClr val="002060"/>
                </a:solidFill>
              </a:rPr>
              <a:t>The garbage pile was completely cleaned and removed by with the help of Housekeeping Team. A separate designated place was made for waste dumping.</a:t>
            </a:r>
          </a:p>
          <a:p>
            <a:r>
              <a:rPr lang="en-GB" dirty="0" smtClean="0">
                <a:solidFill>
                  <a:srgbClr val="002060"/>
                </a:solidFill>
              </a:rPr>
              <a:t>The cleaned area was levelled and converted for useful purpose.</a:t>
            </a:r>
          </a:p>
          <a:p>
            <a:r>
              <a:rPr lang="en-GB" b="1" dirty="0" smtClean="0">
                <a:solidFill>
                  <a:srgbClr val="002060"/>
                </a:solidFill>
              </a:rPr>
              <a:t>RESULT: </a:t>
            </a:r>
          </a:p>
          <a:p>
            <a:r>
              <a:rPr lang="en-GB" dirty="0" smtClean="0">
                <a:solidFill>
                  <a:srgbClr val="002060"/>
                </a:solidFill>
              </a:rPr>
              <a:t>Now the area is clean and properly utilized for:- Sitting arrangement for people- Car parking facility</a:t>
            </a:r>
          </a:p>
          <a:p>
            <a:r>
              <a:rPr lang="en-GB" dirty="0" smtClean="0">
                <a:solidFill>
                  <a:srgbClr val="002060"/>
                </a:solidFill>
              </a:rPr>
              <a:t>The work was completed by our security team with the support of housekeeping team, improving cleanliness and overall premises utilization.</a:t>
            </a:r>
            <a:endParaRPr lang="en-GB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99009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91648" y="437321"/>
            <a:ext cx="9780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 smtClean="0">
                <a:solidFill>
                  <a:srgbClr val="002060"/>
                </a:solidFill>
              </a:rPr>
              <a:t>BEFORE PHOTO</a:t>
            </a:r>
            <a:endParaRPr lang="en-GB" sz="3200" dirty="0">
              <a:solidFill>
                <a:srgbClr val="002060"/>
              </a:solidFill>
            </a:endParaRPr>
          </a:p>
        </p:txBody>
      </p:sp>
      <p:pic>
        <p:nvPicPr>
          <p:cNvPr id="3" name="Picture 2" descr="WhatsApp Image 2025-10-27 at 11.49.48 AM (2)"/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1022096"/>
            <a:ext cx="5638800" cy="47516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WhatsApp Image 2025-10-27 at 11.49.48 AM"/>
          <p:cNvPicPr>
            <a:picLocks noGrp="1" noChangeAspect="1"/>
          </p:cNvPicPr>
          <p:nvPr isPhoto="1"/>
        </p:nvPicPr>
        <p:blipFill>
          <a:blip r:embed="rId3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300" y="1015041"/>
            <a:ext cx="5638800" cy="47586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467001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7579" y="437321"/>
            <a:ext cx="41827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 smtClean="0">
                <a:solidFill>
                  <a:srgbClr val="002060"/>
                </a:solidFill>
              </a:rPr>
              <a:t>BEFORE PHOTO</a:t>
            </a:r>
            <a:endParaRPr lang="en-GB" sz="3200" dirty="0">
              <a:solidFill>
                <a:srgbClr val="00206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938341" y="437321"/>
            <a:ext cx="41827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 smtClean="0">
                <a:solidFill>
                  <a:srgbClr val="002060"/>
                </a:solidFill>
              </a:rPr>
              <a:t>AFTER PHOTO</a:t>
            </a:r>
            <a:endParaRPr lang="en-GB" sz="3200" dirty="0">
              <a:solidFill>
                <a:srgbClr val="002060"/>
              </a:solidFill>
            </a:endParaRPr>
          </a:p>
        </p:txBody>
      </p:sp>
      <p:pic>
        <p:nvPicPr>
          <p:cNvPr id="6" name="Picture 5" descr="WhatsApp Image 2025-10-27 at 11.49.48 AM (1)"/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1281113"/>
            <a:ext cx="5638800" cy="4294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WhatsApp Image 2026-10-05 at 1.37.33 PM"/>
          <p:cNvPicPr>
            <a:picLocks noGrp="1" noChangeAspect="1"/>
          </p:cNvPicPr>
          <p:nvPr isPhoto="1"/>
        </p:nvPicPr>
        <p:blipFill>
          <a:blip r:embed="rId3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2261" y="1281113"/>
            <a:ext cx="5393635" cy="42941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38849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791" y="278296"/>
            <a:ext cx="115028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 smtClean="0">
                <a:solidFill>
                  <a:srgbClr val="002060"/>
                </a:solidFill>
              </a:rPr>
              <a:t>BEFORE: Garbage dumped area, AFTER: Cleaned and utilized for Car Parking</a:t>
            </a:r>
            <a:endParaRPr lang="en-GB" sz="2800" dirty="0">
              <a:solidFill>
                <a:srgbClr val="002060"/>
              </a:solidFill>
            </a:endParaRPr>
          </a:p>
        </p:txBody>
      </p:sp>
      <p:pic>
        <p:nvPicPr>
          <p:cNvPr id="3" name="Picture 2" descr="WhatsApp Image 2026-10-04 at 10.06.57 PM (1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04" y="980661"/>
            <a:ext cx="10800522" cy="53936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388008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3 at 3.50.40 PM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954" y="1298713"/>
            <a:ext cx="5740055" cy="5314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WhatsApp Image 2026-10-04 at 11.21.53 PM (1)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0151" y="1298713"/>
            <a:ext cx="5255266" cy="531412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516835" y="198782"/>
            <a:ext cx="11358582" cy="940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 smtClean="0">
                <a:solidFill>
                  <a:srgbClr val="002060"/>
                </a:solidFill>
              </a:rPr>
              <a:t>The garbage pile was completely cleaned and removed by Security Team with the help of Housekeeping Team</a:t>
            </a:r>
            <a:r>
              <a:rPr lang="en-GB" b="1" dirty="0" smtClean="0">
                <a:solidFill>
                  <a:srgbClr val="002060"/>
                </a:solidFill>
              </a:rPr>
              <a:t>. A </a:t>
            </a:r>
            <a:r>
              <a:rPr lang="en-GB" b="1" dirty="0" smtClean="0">
                <a:solidFill>
                  <a:srgbClr val="002060"/>
                </a:solidFill>
              </a:rPr>
              <a:t>separate designated place was made for waste dumping. The cleaned area was </a:t>
            </a:r>
            <a:r>
              <a:rPr lang="en-GB" b="1" dirty="0" smtClean="0">
                <a:solidFill>
                  <a:srgbClr val="002060"/>
                </a:solidFill>
              </a:rPr>
              <a:t>levelled </a:t>
            </a:r>
            <a:r>
              <a:rPr lang="en-GB" b="1" dirty="0" smtClean="0">
                <a:solidFill>
                  <a:srgbClr val="002060"/>
                </a:solidFill>
              </a:rPr>
              <a:t>and converted for useful purpose.</a:t>
            </a:r>
            <a:endParaRPr lang="en-GB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539499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3 at 3.50.41 PM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1630016"/>
            <a:ext cx="5638800" cy="4770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774" y="1630016"/>
            <a:ext cx="5544463" cy="4770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0" y="437322"/>
            <a:ext cx="5274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2060"/>
                </a:solidFill>
              </a:rPr>
              <a:t>Premises Cleaning Activity in Progress</a:t>
            </a:r>
            <a:endParaRPr lang="en-GB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59556" y="191100"/>
            <a:ext cx="5908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 smtClean="0">
                <a:solidFill>
                  <a:srgbClr val="002060"/>
                </a:solidFill>
              </a:rPr>
              <a:t>Utilization of Waste Tiles for Area Improvement</a:t>
            </a:r>
          </a:p>
          <a:p>
            <a:r>
              <a:rPr lang="en-GB" sz="2400" dirty="0" smtClean="0">
                <a:solidFill>
                  <a:srgbClr val="002060"/>
                </a:solidFill>
              </a:rPr>
              <a:t>Reusing 5000+ Waste Tiles Lying on Terrace</a:t>
            </a:r>
            <a:endParaRPr lang="en-GB" sz="2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277966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4 at 9.58.59 AM (1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04" y="1314450"/>
            <a:ext cx="5327374" cy="508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WhatsApp Image 2026-10-04 at 9.58.59 A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300" y="1314449"/>
            <a:ext cx="5638800" cy="508634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458856" y="410817"/>
            <a:ext cx="11502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 smtClean="0">
                <a:solidFill>
                  <a:srgbClr val="002060"/>
                </a:solidFill>
              </a:rPr>
              <a:t>Laying of Waste Tiles in the Cleaned Area  Flooring Work in Progress by Security Team</a:t>
            </a:r>
            <a:endParaRPr lang="en-GB" sz="2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046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4 at 9.59.00 AM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35" y="1046922"/>
            <a:ext cx="4874315" cy="5353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WhatsApp Image 2026-10-05 at 1.45.02 P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3235" y="1046922"/>
            <a:ext cx="5724939" cy="535387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/>
          <p:cNvSpPr txBox="1"/>
          <p:nvPr/>
        </p:nvSpPr>
        <p:spPr>
          <a:xfrm>
            <a:off x="405847" y="253952"/>
            <a:ext cx="11502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 smtClean="0">
                <a:solidFill>
                  <a:srgbClr val="002060"/>
                </a:solidFill>
              </a:rPr>
              <a:t>Laying of Waste Tiles in the Cleaned Area  Flooring Work in Progress by Security Team</a:t>
            </a:r>
            <a:endParaRPr lang="en-GB" sz="2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98508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1809" y="3664226"/>
            <a:ext cx="2429275" cy="305462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1809" y="304800"/>
            <a:ext cx="2429275" cy="305462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861" y="3664226"/>
            <a:ext cx="2429275" cy="305462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861" y="304800"/>
            <a:ext cx="2429275" cy="305462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6217" y="3664226"/>
            <a:ext cx="2429275" cy="305462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6217" y="304800"/>
            <a:ext cx="2429275" cy="305462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02" y="304800"/>
            <a:ext cx="2429275" cy="305462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02" y="3664226"/>
            <a:ext cx="2429275" cy="305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39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5 at 1.45.01 PM (1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31" y="1431235"/>
            <a:ext cx="5425386" cy="4850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WhatsApp Image 2026-10-05 at 1.45.01 P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531" y="1431235"/>
            <a:ext cx="5425386" cy="485029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414131" y="331304"/>
            <a:ext cx="11292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 smtClean="0">
                <a:solidFill>
                  <a:srgbClr val="002060"/>
                </a:solidFill>
              </a:rPr>
              <a:t>Installation of Repaired Idol to Maintain Cleanliness, After completion of tiles laying work, a broken idol was repaired</a:t>
            </a:r>
          </a:p>
          <a:p>
            <a:pPr algn="ctr"/>
            <a:r>
              <a:rPr lang="en-GB" b="1" dirty="0" smtClean="0">
                <a:solidFill>
                  <a:srgbClr val="002060"/>
                </a:solidFill>
              </a:rPr>
              <a:t>with cement and installed at the location to prevent people from dumping garbage again and to maintain sanctity &amp; cleanliness.</a:t>
            </a:r>
            <a:endParaRPr lang="en-GB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427461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5 at 1.45.02 PM (1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56" y="1378226"/>
            <a:ext cx="5271052" cy="5181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WhatsApp Image 2026-10-05 at 1.45.02 PM (2)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253" y="1378227"/>
            <a:ext cx="5504898" cy="51815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358348" y="304800"/>
            <a:ext cx="95018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 smtClean="0">
                <a:solidFill>
                  <a:srgbClr val="002060"/>
                </a:solidFill>
              </a:rPr>
              <a:t>"Buddha Steps Towards Peace" - A Creative Artwork from Waste Tiles by Security Team</a:t>
            </a:r>
            <a:endParaRPr lang="en-GB" sz="24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69576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hatsApp Image 2026-10-03 at 3.50.24 PM (2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22" y="1364974"/>
            <a:ext cx="11277600" cy="519485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238540" y="304800"/>
            <a:ext cx="114763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smtClean="0">
                <a:solidFill>
                  <a:srgbClr val="002060"/>
                </a:solidFill>
              </a:rPr>
              <a:t>Final Outcome - A Clean &amp; Beautiful Premises, Garbage Dumping Area Successfully Converted into</a:t>
            </a:r>
          </a:p>
          <a:p>
            <a:pPr algn="ctr"/>
            <a:r>
              <a:rPr lang="en-GB" sz="2000" b="1" dirty="0" smtClean="0">
                <a:solidFill>
                  <a:srgbClr val="002060"/>
                </a:solidFill>
              </a:rPr>
              <a:t>a Clean, Beautiful and Usable Space</a:t>
            </a:r>
            <a:endParaRPr lang="en-GB" sz="20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677109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8" y="933173"/>
            <a:ext cx="5777948" cy="269921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696" y="933173"/>
            <a:ext cx="5910469" cy="269921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8" y="3950972"/>
            <a:ext cx="5777948" cy="269921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748" y="3950972"/>
            <a:ext cx="5910469" cy="26992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71061" y="225287"/>
            <a:ext cx="113571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rgbClr val="002060"/>
                </a:solidFill>
              </a:rPr>
              <a:t>Now the area is clean and properly utilized for:- Sitting arrangement for people- Car parking facility</a:t>
            </a:r>
          </a:p>
          <a:p>
            <a:pPr algn="ctr"/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192264640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6983" y="2405959"/>
            <a:ext cx="10515600" cy="1325563"/>
          </a:xfrm>
        </p:spPr>
        <p:txBody>
          <a:bodyPr/>
          <a:lstStyle/>
          <a:p>
            <a:pPr algn="ctr"/>
            <a:r>
              <a:rPr lang="en-GB" b="1" dirty="0" smtClean="0">
                <a:solidFill>
                  <a:srgbClr val="002060"/>
                </a:solidFill>
              </a:rPr>
              <a:t>THANK YOU FOR WATCHING </a:t>
            </a:r>
            <a:endParaRPr lang="en-GB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626032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319</Words>
  <Application>Microsoft Office PowerPoint</Application>
  <PresentationFormat>Widescreen</PresentationFormat>
  <Paragraphs>26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WASTE MANAGEMENT &amp; AREA UTILIZATION IMPROVEMENT HUBLI IT PARK  Conversion of Garbage Dumping Area into Sitting &amp; Parking Space  A Initiative by Security Team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FOR WATCHING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WASTE MANAGEMENT &amp; AREA UTILIZATION IMPROVEMENT HUBLI IT PARK  Conversion of Garbage Dumping Area into Sitting &amp; Parking Space  A Initiative by Security Team</dc:title>
  <dc:creator>itp</dc:creator>
  <cp:lastModifiedBy>itp</cp:lastModifiedBy>
  <cp:revision>7</cp:revision>
  <dcterms:created xsi:type="dcterms:W3CDTF">2026-10-05T12:28:16Z</dcterms:created>
  <dcterms:modified xsi:type="dcterms:W3CDTF">2026-10-09T07:19:14Z</dcterms:modified>
</cp:coreProperties>
</file>
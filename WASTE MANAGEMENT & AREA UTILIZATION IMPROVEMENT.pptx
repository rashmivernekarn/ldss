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77" r:id="rId8"/>
    <p:sldId id="271" r:id="rId9"/>
    <p:sldId id="272" r:id="rId10"/>
    <p:sldId id="290" r:id="rId11"/>
    <p:sldId id="281" r:id="rId12"/>
    <p:sldId id="282" r:id="rId13"/>
    <p:sldId id="283" r:id="rId14"/>
    <p:sldId id="291" r:id="rId15"/>
    <p:sldId id="292" r:id="rId16"/>
    <p:sldId id="289" r:id="rId17"/>
  </p:sldIdLst>
  <p:sldSz cx="12192000" cy="6858000"/>
  <p:notesSz cx="6858000" cy="9144000"/>
  <p:photoAlbum layout="2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18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2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22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24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9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7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86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64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00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22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22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40B75-16A2-46A8-9791-DAEEDCACFCC1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21D1C-0179-4D4E-8F58-E464AEC08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64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791" y="3375232"/>
            <a:ext cx="9144000" cy="2387600"/>
          </a:xfrm>
        </p:spPr>
        <p:txBody>
          <a:bodyPr>
            <a:noAutofit/>
          </a:bodyPr>
          <a:lstStyle/>
          <a:p>
            <a:r>
              <a:rPr lang="en-GB" sz="4400" b="1" dirty="0" smtClean="0">
                <a:solidFill>
                  <a:srgbClr val="002060"/>
                </a:solidFill>
              </a:rPr>
              <a:t>WASTE MANAGEMENT &amp; AREA UTILIZATION IMPROVEMENT</a:t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>HUBLI IT PARK</a:t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/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>Conversion of Garbage Dumping Area</a:t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>into Sitting &amp; Parking Space</a:t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/>
            </a:r>
            <a:br>
              <a:rPr lang="en-GB" sz="4400" b="1" dirty="0" smtClean="0">
                <a:solidFill>
                  <a:srgbClr val="002060"/>
                </a:solidFill>
              </a:rPr>
            </a:br>
            <a:r>
              <a:rPr lang="en-GB" sz="4400" b="1" dirty="0" smtClean="0">
                <a:solidFill>
                  <a:srgbClr val="002060"/>
                </a:solidFill>
              </a:rPr>
              <a:t>A Initiative by Security Team</a:t>
            </a:r>
            <a:endParaRPr lang="en-GB" sz="4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182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530"/>
            <a:ext cx="10515600" cy="5991433"/>
          </a:xfrm>
        </p:spPr>
        <p:txBody>
          <a:bodyPr>
            <a:normAutofit lnSpcReduction="10000"/>
          </a:bodyPr>
          <a:lstStyle/>
          <a:p>
            <a:r>
              <a:rPr lang="en-GB" b="1" dirty="0" smtClean="0">
                <a:solidFill>
                  <a:srgbClr val="002060"/>
                </a:solidFill>
              </a:rPr>
              <a:t>ISSUE IDENTIFIED: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The area was previously filled with garbage waste and unusable. It was causing unhygienic conditions and unpleasant smell.</a:t>
            </a:r>
          </a:p>
          <a:p>
            <a:r>
              <a:rPr lang="en-GB" b="1" dirty="0" smtClean="0">
                <a:solidFill>
                  <a:srgbClr val="002060"/>
                </a:solidFill>
              </a:rPr>
              <a:t>ACTION TAKEN: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The garbage pile was completely cleaned and removed by with the help of Housekeeping Team. A separate designated place was made for waste dumping.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The cleaned area was levelled and converted for useful purpose.</a:t>
            </a:r>
          </a:p>
          <a:p>
            <a:r>
              <a:rPr lang="en-GB" b="1" dirty="0" smtClean="0">
                <a:solidFill>
                  <a:srgbClr val="002060"/>
                </a:solidFill>
              </a:rPr>
              <a:t>RESULT: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Now the area is clean and properly utilized for:- Sitting arrangement for people- Car parking facility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The work was completed by our security team with the support of housekeeping team, improving cleanliness and overall premises utilization.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900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1648" y="437321"/>
            <a:ext cx="9780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002060"/>
                </a:solidFill>
              </a:rPr>
              <a:t>BEFORE PHOTO</a:t>
            </a:r>
            <a:endParaRPr lang="en-GB" sz="3200" dirty="0">
              <a:solidFill>
                <a:srgbClr val="002060"/>
              </a:solidFill>
            </a:endParaRPr>
          </a:p>
        </p:txBody>
      </p:sp>
      <p:pic>
        <p:nvPicPr>
          <p:cNvPr id="3" name="Picture 2" descr="WhatsApp Image 2025-10-27 at 11.49.48 A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022096"/>
            <a:ext cx="5638800" cy="4751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5-10-27 at 11.49.48 AM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015041"/>
            <a:ext cx="5638800" cy="47586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6700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7579" y="437321"/>
            <a:ext cx="4182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002060"/>
                </a:solidFill>
              </a:rPr>
              <a:t>BEFORE PHOTO</a:t>
            </a:r>
            <a:endParaRPr lang="en-GB" sz="32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38341" y="437321"/>
            <a:ext cx="4182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002060"/>
                </a:solidFill>
              </a:rPr>
              <a:t>AFTER PHOTO</a:t>
            </a:r>
            <a:endParaRPr lang="en-GB" sz="3200" dirty="0">
              <a:solidFill>
                <a:srgbClr val="002060"/>
              </a:solidFill>
            </a:endParaRPr>
          </a:p>
        </p:txBody>
      </p:sp>
      <p:pic>
        <p:nvPicPr>
          <p:cNvPr id="6" name="Picture 5" descr="WhatsApp Image 2025-10-27 at 11.49.48 A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281113"/>
            <a:ext cx="5638800" cy="429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5 at 1.37.33 PM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261" y="1281113"/>
            <a:ext cx="5393635" cy="4294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884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791" y="278296"/>
            <a:ext cx="11502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rgbClr val="002060"/>
                </a:solidFill>
              </a:rPr>
              <a:t>BEFORE: Garbage dumped area, AFTER: Cleaned and utilized for Car Parking</a:t>
            </a:r>
            <a:endParaRPr lang="en-GB" sz="2800" dirty="0">
              <a:solidFill>
                <a:srgbClr val="002060"/>
              </a:solidFill>
            </a:endParaRPr>
          </a:p>
        </p:txBody>
      </p:sp>
      <p:pic>
        <p:nvPicPr>
          <p:cNvPr id="3" name="Picture 2" descr="WhatsApp Image 2026-10-04 at 10.06.57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980661"/>
            <a:ext cx="10800522" cy="5393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8800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40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54" y="1298713"/>
            <a:ext cx="5740055" cy="5314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53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151" y="1298713"/>
            <a:ext cx="5255266" cy="53141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16835" y="198782"/>
            <a:ext cx="11358582" cy="940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The garbage pile was completely cleaned and removed by Security Team with the help of Housekeeping Team. A separate designated place was made for waste dumping. The cleaned area was levelled and converted for useful purpose.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3949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41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630016"/>
            <a:ext cx="5638800" cy="477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774" y="1630016"/>
            <a:ext cx="5544463" cy="4770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" y="437322"/>
            <a:ext cx="5274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2060"/>
                </a:solidFill>
              </a:rPr>
              <a:t>Premises Cleaning Activity in Progress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59556" y="191100"/>
            <a:ext cx="5908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002060"/>
                </a:solidFill>
              </a:rPr>
              <a:t>Utilization of Waste Tiles for Area Improvement</a:t>
            </a:r>
          </a:p>
          <a:p>
            <a:r>
              <a:rPr lang="en-GB" sz="2400" dirty="0" smtClean="0">
                <a:solidFill>
                  <a:srgbClr val="002060"/>
                </a:solidFill>
              </a:rPr>
              <a:t>Reusing 5000+ Waste Tiles Lying on Terrace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7796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8.59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1314450"/>
            <a:ext cx="5327374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9.58.59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314449"/>
            <a:ext cx="5638800" cy="50863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458856" y="410817"/>
            <a:ext cx="1150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rgbClr val="002060"/>
                </a:solidFill>
              </a:rPr>
              <a:t>Laying of Waste Tiles in the Cleaned Area  Flooring Work in Progress by Security Team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04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9.00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5" y="1046922"/>
            <a:ext cx="4874315" cy="535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5 at 1.45.02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5" y="1046922"/>
            <a:ext cx="5724939" cy="53538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05847" y="253952"/>
            <a:ext cx="1150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rgbClr val="002060"/>
                </a:solidFill>
              </a:rPr>
              <a:t>Laying of Waste Tiles in the Cleaned Area  Flooring Work in Progress by Security Team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98508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809" y="3664226"/>
            <a:ext cx="2429275" cy="30546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809" y="304800"/>
            <a:ext cx="2429275" cy="30546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61" y="3664226"/>
            <a:ext cx="2429275" cy="30546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61" y="304800"/>
            <a:ext cx="2429275" cy="3054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217" y="3664226"/>
            <a:ext cx="2429275" cy="30546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217" y="304800"/>
            <a:ext cx="2429275" cy="30546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02" y="304800"/>
            <a:ext cx="2429275" cy="30546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02" y="3664226"/>
            <a:ext cx="2429275" cy="305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3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5 at 1.45.01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1" y="1431235"/>
            <a:ext cx="5425386" cy="485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5 at 1.45.01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31" y="1431235"/>
            <a:ext cx="5425386" cy="48502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414131" y="331304"/>
            <a:ext cx="11292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Installation of Repaired Idol to Maintain Cleanliness, After completion of tiles laying work, a broken idol was repaired</a:t>
            </a:r>
          </a:p>
          <a:p>
            <a:pPr algn="ctr"/>
            <a:r>
              <a:rPr lang="en-GB" b="1" dirty="0" smtClean="0">
                <a:solidFill>
                  <a:srgbClr val="002060"/>
                </a:solidFill>
              </a:rPr>
              <a:t>with cement and installed at the location to prevent people from dumping garbage again and to maintain sanctity &amp; cleanliness.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2746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5 at 1.45.02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6" y="1378226"/>
            <a:ext cx="5271052" cy="5181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5 at 1.45.02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253" y="1378227"/>
            <a:ext cx="5504898" cy="5181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358348" y="304800"/>
            <a:ext cx="9501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"Buddha Steps Towards Peace" - A Creative Artwork from Waste Tiles by Security Team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6957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3.50.24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22" y="1364974"/>
            <a:ext cx="11277600" cy="51948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38540" y="304800"/>
            <a:ext cx="114763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</a:rPr>
              <a:t>Final Outcome - A Clean &amp; Beautiful Premises, Garbage Dumping Area Successfully Converted into</a:t>
            </a:r>
          </a:p>
          <a:p>
            <a:pPr algn="ctr"/>
            <a:r>
              <a:rPr lang="en-GB" sz="2000" b="1" dirty="0" smtClean="0">
                <a:solidFill>
                  <a:srgbClr val="002060"/>
                </a:solidFill>
              </a:rPr>
              <a:t>a Clean, Beautiful and Usable Space</a:t>
            </a:r>
            <a:endParaRPr lang="en-GB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7710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8" y="933173"/>
            <a:ext cx="5777948" cy="26992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696" y="933173"/>
            <a:ext cx="5910469" cy="26992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8" y="3950972"/>
            <a:ext cx="5777948" cy="26992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748" y="3950972"/>
            <a:ext cx="5910469" cy="2699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1061" y="225287"/>
            <a:ext cx="11357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2060"/>
                </a:solidFill>
              </a:rPr>
              <a:t>Now the area is clean and properly utilized for:- Sitting arrangement for people- Car parking facility</a:t>
            </a:r>
          </a:p>
          <a:p>
            <a:pPr algn="ctr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1922646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670" y="106018"/>
            <a:ext cx="6215269" cy="65863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5910" y="238539"/>
            <a:ext cx="418678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INNOVATIVE RESTORATION </a:t>
            </a:r>
          </a:p>
          <a:p>
            <a:pPr algn="ctr"/>
            <a:r>
              <a:rPr lang="en-GB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Best </a:t>
            </a:r>
            <a:r>
              <a:rPr lang="en-GB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 of Waste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876" y="1325218"/>
            <a:ext cx="519485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/>
              <a:t>Waste broken tiles lying in the premises were collected and removed. The damaged Buddha statue was systematically repaired and re-installed</a:t>
            </a:r>
            <a:r>
              <a:rPr lang="en-GB" sz="2400" dirty="0" smtClean="0"/>
              <a:t>. The </a:t>
            </a:r>
            <a:r>
              <a:rPr lang="en-GB" sz="2400" dirty="0"/>
              <a:t>waste tiles were creatively reused to construct beautiful steps for the fountain base. An old, unused large light globe/bulb from a discarded light pole was innovatively reused and placed behind the Buddha idol to create a divine Moon / Halo effect</a:t>
            </a:r>
            <a:r>
              <a:rPr lang="en-GB" sz="2400" dirty="0" smtClean="0"/>
              <a:t>. A </a:t>
            </a:r>
            <a:r>
              <a:rPr lang="en-GB" sz="2400" dirty="0"/>
              <a:t>perfect example of Sustainable Creativity and Cost-Effective Restoration.</a:t>
            </a:r>
          </a:p>
        </p:txBody>
      </p:sp>
    </p:spTree>
    <p:extLst>
      <p:ext uri="{BB962C8B-B14F-4D97-AF65-F5344CB8AC3E}">
        <p14:creationId xmlns:p14="http://schemas.microsoft.com/office/powerpoint/2010/main" val="424110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83" y="2405959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2603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402</Words>
  <Application>Microsoft Office PowerPoint</Application>
  <PresentationFormat>Widescreen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WASTE MANAGEMENT &amp; AREA UTILIZATION IMPROVEMENT HUBLI IT PARK  Conversion of Garbage Dumping Area into Sitting &amp; Parking Space  A Initiative by Security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MANAGEMENT &amp; AREA UTILIZATION IMPROVEMENT HUBLI IT PARK  Conversion of Garbage Dumping Area into Sitting &amp; Parking Space  A Initiative by Security Team</dc:title>
  <dc:creator>itp</dc:creator>
  <cp:lastModifiedBy>itp</cp:lastModifiedBy>
  <cp:revision>8</cp:revision>
  <dcterms:created xsi:type="dcterms:W3CDTF">2026-10-05T12:28:16Z</dcterms:created>
  <dcterms:modified xsi:type="dcterms:W3CDTF">2026-10-22T09:30:50Z</dcterms:modified>
</cp:coreProperties>
</file>
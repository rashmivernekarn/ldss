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72" r:id="rId16"/>
    <p:sldId id="275" r:id="rId17"/>
    <p:sldId id="273" r:id="rId18"/>
    <p:sldId id="274" r:id="rId19"/>
    <p:sldId id="269" r:id="rId20"/>
    <p:sldId id="271" r:id="rId21"/>
  </p:sldIdLst>
  <p:sldSz cx="12192000" cy="6858000"/>
  <p:notesSz cx="6858000" cy="9144000"/>
  <p:photoAlbum layout="2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83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6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47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98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15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55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88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40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3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15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33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93A47-2ABF-4BE9-8899-454AA57D43B2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1B2A9-1E0B-404C-8DB9-A974E6C7A8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67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</a:rPr>
              <a:t>CCTV Obstruction Clearance Work</a:t>
            </a:r>
            <a:endParaRPr lang="en-GB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solidFill>
                  <a:srgbClr val="002060"/>
                </a:solidFill>
              </a:rPr>
              <a:t>Hubli</a:t>
            </a:r>
            <a:r>
              <a:rPr lang="en-GB" dirty="0" smtClean="0">
                <a:solidFill>
                  <a:srgbClr val="002060"/>
                </a:solidFill>
              </a:rPr>
              <a:t> IT Park | Ensuring 100% Visibility and Safety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81659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5043"/>
            <a:ext cx="10515600" cy="5911920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>
                <a:solidFill>
                  <a:srgbClr val="002060"/>
                </a:solidFill>
              </a:rPr>
              <a:t>ISSUE IDENTIFIED: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CCTV cameras were blocked by overgrown plants and bushes. 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Complete building area was not visible in CCTV footage.</a:t>
            </a:r>
          </a:p>
          <a:p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MISUSE OBSERVED IN DARK AREAS: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- Smoking behind plants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- Unauthorized activities in isolated spots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- Hiding and potential theft activities</a:t>
            </a:r>
          </a:p>
          <a:p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ACTION TAKEN BY SECURITY TEAM: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Plants obstructing CCTV cameras were trimmed and surrounding 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area was cleaned to ensure proper lighting and 100% visibility 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of the entire building premises in CCTV.</a:t>
            </a:r>
          </a:p>
          <a:p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RESULT: 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Now the complete area is clearly visible and well-lit, 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with no blind spots.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66956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33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26" y="457200"/>
            <a:ext cx="4431472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33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626" y="457200"/>
            <a:ext cx="4431472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95982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8.42.29 A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26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867005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27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29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015611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0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457200"/>
            <a:ext cx="44577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1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063" y="457200"/>
            <a:ext cx="3341687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02555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1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29" y="430695"/>
            <a:ext cx="5151285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2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356" y="430695"/>
            <a:ext cx="4656759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599591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2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84" y="457200"/>
            <a:ext cx="478928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3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584" y="457200"/>
            <a:ext cx="478928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51431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3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1" y="377687"/>
            <a:ext cx="5107333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3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91" y="377687"/>
            <a:ext cx="5107333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544696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4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71" y="430696"/>
            <a:ext cx="4948306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4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071" y="430696"/>
            <a:ext cx="4948306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772215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5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97" y="377687"/>
            <a:ext cx="539888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6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297" y="377687"/>
            <a:ext cx="5398880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771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4 at 11.21.36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770" y="443948"/>
            <a:ext cx="4858578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9.59.01 A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43948"/>
            <a:ext cx="5446643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9111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2.02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34" y="483704"/>
            <a:ext cx="4815785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2.04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834" y="483704"/>
            <a:ext cx="4815785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644120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9.59.47 A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63" y="457200"/>
            <a:ext cx="516255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9.59.47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009" y="457200"/>
            <a:ext cx="5056533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4843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4.18.29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40" y="457200"/>
            <a:ext cx="5388734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4.18.32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40" y="457200"/>
            <a:ext cx="5388734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035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9.59.44 A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76" y="457200"/>
            <a:ext cx="5179875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9.59.46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504" y="457200"/>
            <a:ext cx="5778392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077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4.18.32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69" y="457200"/>
            <a:ext cx="3473265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1.21.37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513" y="457200"/>
            <a:ext cx="4075872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1.36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8" y="457200"/>
            <a:ext cx="3644347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8662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37 PM (2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09" y="457200"/>
            <a:ext cx="5151782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37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09" y="457200"/>
            <a:ext cx="5151782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303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35" y="1298712"/>
            <a:ext cx="5143500" cy="51219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951" y="1298712"/>
            <a:ext cx="4875145" cy="51219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0418" y="516835"/>
            <a:ext cx="10495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2060"/>
                </a:solidFill>
              </a:rPr>
              <a:t>"Waste Disposed Safely - Site Cleared &amp; Cleaned"</a:t>
            </a:r>
          </a:p>
        </p:txBody>
      </p:sp>
    </p:spTree>
    <p:extLst>
      <p:ext uri="{BB962C8B-B14F-4D97-AF65-F5344CB8AC3E}">
        <p14:creationId xmlns:p14="http://schemas.microsoft.com/office/powerpoint/2010/main" val="35572517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83" y="2405959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176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123</Words>
  <Application>Microsoft Office PowerPoint</Application>
  <PresentationFormat>Widescreen</PresentationFormat>
  <Paragraphs>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CCTV Obstruction Clearance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CCTV Obstruction Clearance Work</dc:title>
  <dc:creator>itp</dc:creator>
  <cp:lastModifiedBy>itp</cp:lastModifiedBy>
  <cp:revision>10</cp:revision>
  <dcterms:created xsi:type="dcterms:W3CDTF">2026-10-05T11:09:47Z</dcterms:created>
  <dcterms:modified xsi:type="dcterms:W3CDTF">2026-10-06T04:59:56Z</dcterms:modified>
</cp:coreProperties>
</file>